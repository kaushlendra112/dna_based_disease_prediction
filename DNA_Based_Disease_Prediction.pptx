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theme/theme18.xml" ContentType="application/vnd.openxmlformats-officedocument.theme+xml"/>
  <Override PartName="/ppt/slideLayouts/slideLayout19.xml" ContentType="application/vnd.openxmlformats-officedocument.presentationml.slideLayout+xml"/>
  <Override PartName="/ppt/theme/theme19.xml" ContentType="application/vnd.openxmlformats-officedocument.theme+xml"/>
  <Override PartName="/ppt/theme/theme2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7" r:id="rId1"/>
    <p:sldMasterId id="2147483668" r:id="rId2"/>
    <p:sldMasterId id="2147483669" r:id="rId3"/>
    <p:sldMasterId id="2147483670" r:id="rId4"/>
    <p:sldMasterId id="2147483671" r:id="rId5"/>
    <p:sldMasterId id="2147483672" r:id="rId6"/>
    <p:sldMasterId id="2147483673" r:id="rId7"/>
    <p:sldMasterId id="2147483674" r:id="rId8"/>
    <p:sldMasterId id="2147483675" r:id="rId9"/>
    <p:sldMasterId id="2147483676" r:id="rId10"/>
    <p:sldMasterId id="2147483677" r:id="rId11"/>
    <p:sldMasterId id="2147483678" r:id="rId12"/>
    <p:sldMasterId id="2147483679" r:id="rId13"/>
    <p:sldMasterId id="2147483680" r:id="rId14"/>
    <p:sldMasterId id="2147483681" r:id="rId15"/>
    <p:sldMasterId id="2147483682" r:id="rId16"/>
    <p:sldMasterId id="2147483683" r:id="rId17"/>
    <p:sldMasterId id="2147483684" r:id="rId18"/>
    <p:sldMasterId id="2147483685" r:id="rId19"/>
  </p:sldMasterIdLst>
  <p:notesMasterIdLst>
    <p:notesMasterId r:id="rId32"/>
  </p:notesMasterIdLst>
  <p:sldIdLst>
    <p:sldId id="256" r:id="rId20"/>
    <p:sldId id="257" r:id="rId21"/>
    <p:sldId id="259" r:id="rId22"/>
    <p:sldId id="266" r:id="rId23"/>
    <p:sldId id="286" r:id="rId24"/>
    <p:sldId id="277" r:id="rId25"/>
    <p:sldId id="279" r:id="rId26"/>
    <p:sldId id="287" r:id="rId27"/>
    <p:sldId id="280" r:id="rId28"/>
    <p:sldId id="281" r:id="rId29"/>
    <p:sldId id="264" r:id="rId30"/>
    <p:sldId id="285" r:id="rId31"/>
  </p:sldIdLst>
  <p:sldSz cx="12192000" cy="6858000"/>
  <p:notesSz cx="9601200" cy="7315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50" d="100"/>
          <a:sy n="150" d="100"/>
        </p:scale>
        <p:origin x="9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7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2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6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1.xml"/><Relationship Id="rId29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5.xml"/><Relationship Id="rId32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4.xml"/><Relationship Id="rId28" Type="http://schemas.openxmlformats.org/officeDocument/2006/relationships/slide" Target="slides/slide9.xml"/><Relationship Id="rId36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3.xml"/><Relationship Id="rId27" Type="http://schemas.openxmlformats.org/officeDocument/2006/relationships/slide" Target="slides/slide8.xml"/><Relationship Id="rId30" Type="http://schemas.openxmlformats.org/officeDocument/2006/relationships/slide" Target="slides/slide11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41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438775" y="0"/>
            <a:ext cx="41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362200" y="549275"/>
            <a:ext cx="48768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60437" y="3475037"/>
            <a:ext cx="7680300" cy="32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948487"/>
            <a:ext cx="41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438775" y="6948487"/>
            <a:ext cx="41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:notes"/>
          <p:cNvSpPr txBox="1"/>
          <p:nvPr/>
        </p:nvSpPr>
        <p:spPr>
          <a:xfrm>
            <a:off x="3427412" y="7896225"/>
            <a:ext cx="26226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dirty="0"/>
          </a:p>
        </p:txBody>
      </p:sp>
      <p:sp>
        <p:nvSpPr>
          <p:cNvPr id="290" name="Google Shape;290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6226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RAMAN LAB</a:t>
            </a:r>
            <a:endParaRPr dirty="0"/>
          </a:p>
        </p:txBody>
      </p:sp>
      <p:sp>
        <p:nvSpPr>
          <p:cNvPr id="291" name="Google Shape;291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362200" y="549275"/>
            <a:ext cx="48768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:notes"/>
          <p:cNvSpPr txBox="1">
            <a:spLocks noGrp="1"/>
          </p:cNvSpPr>
          <p:nvPr>
            <p:ph type="body" idx="1"/>
          </p:nvPr>
        </p:nvSpPr>
        <p:spPr>
          <a:xfrm>
            <a:off x="960437" y="3475037"/>
            <a:ext cx="7680300" cy="32910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3" name="Google Shape;3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:notes"/>
          <p:cNvSpPr txBox="1">
            <a:spLocks noGrp="1"/>
          </p:cNvSpPr>
          <p:nvPr>
            <p:ph type="body" idx="1"/>
          </p:nvPr>
        </p:nvSpPr>
        <p:spPr>
          <a:xfrm>
            <a:off x="960437" y="3475037"/>
            <a:ext cx="7680300" cy="32910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9" name="Google Shape;3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0356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58A58-1D13-8918-8BDA-77B55C168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322B82-76B9-636E-6AB4-5723842FE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C46147-4B8C-B371-C63A-F873B776E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A35C1-E869-DDC4-54BA-92AAA80796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1441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9:notes"/>
          <p:cNvSpPr txBox="1">
            <a:spLocks noGrp="1"/>
          </p:cNvSpPr>
          <p:nvPr>
            <p:ph type="body" idx="1"/>
          </p:nvPr>
        </p:nvSpPr>
        <p:spPr>
          <a:xfrm>
            <a:off x="960437" y="3475037"/>
            <a:ext cx="7680300" cy="32910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9" name="Google Shape;35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>
          <a:extLst>
            <a:ext uri="{FF2B5EF4-FFF2-40B4-BE49-F238E27FC236}">
              <a16:creationId xmlns:a16="http://schemas.microsoft.com/office/drawing/2014/main" id="{DCD39DE2-042B-3CDA-8656-AA0318835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:notes">
            <a:extLst>
              <a:ext uri="{FF2B5EF4-FFF2-40B4-BE49-F238E27FC236}">
                <a16:creationId xmlns:a16="http://schemas.microsoft.com/office/drawing/2014/main" id="{882C6F0C-FCD3-D294-F2C2-AD353BBF6193}"/>
              </a:ext>
            </a:extLst>
          </p:cNvPr>
          <p:cNvSpPr txBox="1"/>
          <p:nvPr/>
        </p:nvSpPr>
        <p:spPr>
          <a:xfrm>
            <a:off x="3427412" y="7896225"/>
            <a:ext cx="26226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0" i="0" u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dirty="0"/>
          </a:p>
        </p:txBody>
      </p:sp>
      <p:sp>
        <p:nvSpPr>
          <p:cNvPr id="290" name="Google Shape;290;p1:notes">
            <a:extLst>
              <a:ext uri="{FF2B5EF4-FFF2-40B4-BE49-F238E27FC236}">
                <a16:creationId xmlns:a16="http://schemas.microsoft.com/office/drawing/2014/main" id="{5FBE890B-5C70-5F1C-2C24-8A88121016F6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6226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RAMAN LAB</a:t>
            </a:r>
            <a:endParaRPr dirty="0"/>
          </a:p>
        </p:txBody>
      </p:sp>
      <p:sp>
        <p:nvSpPr>
          <p:cNvPr id="291" name="Google Shape;291;p1:notes">
            <a:extLst>
              <a:ext uri="{FF2B5EF4-FFF2-40B4-BE49-F238E27FC236}">
                <a16:creationId xmlns:a16="http://schemas.microsoft.com/office/drawing/2014/main" id="{057C8094-85BA-71C7-4621-B30F7C4372B3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362200" y="549275"/>
            <a:ext cx="48768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0043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3048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dirty="0"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4165600" y="64008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914400" y="346075"/>
            <a:ext cx="10363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914400" y="1371600"/>
            <a:ext cx="103632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3048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dirty="0"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4165600" y="64008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, Text, and Content">
  <p:cSld name="1_Title, Text, and Conten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609600" y="1981200"/>
            <a:ext cx="53847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2"/>
          </p:nvPr>
        </p:nvSpPr>
        <p:spPr>
          <a:xfrm>
            <a:off x="6197600" y="1981200"/>
            <a:ext cx="53847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3048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dirty="0"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4165600" y="64008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ctrTitle"/>
          </p:nvPr>
        </p:nvSpPr>
        <p:spPr>
          <a:xfrm>
            <a:off x="914400" y="2130425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Times New Roman"/>
              <a:buNone/>
              <a:defRPr/>
            </a:lvl1pPr>
            <a:lvl2pPr lvl="1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  <a:defRPr/>
            </a:lvl2pPr>
            <a:lvl3pPr lvl="2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  <a:defRPr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/>
            </a:lvl5pPr>
            <a:lvl6pPr lvl="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/>
            </a:lvl6pPr>
            <a:lvl7pPr lvl="6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/>
            </a:lvl7pPr>
            <a:lvl8pPr lvl="7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/>
            </a:lvl8pPr>
            <a:lvl9pPr lvl="8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3048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dirty="0"/>
          </a:p>
        </p:txBody>
      </p:sp>
      <p:sp>
        <p:nvSpPr>
          <p:cNvPr id="62" name="Google Shape;62;p8"/>
          <p:cNvSpPr txBox="1">
            <a:spLocks noGrp="1"/>
          </p:cNvSpPr>
          <p:nvPr>
            <p:ph type="ftr" idx="11"/>
          </p:nvPr>
        </p:nvSpPr>
        <p:spPr>
          <a:xfrm>
            <a:off x="4165600" y="64008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963084" y="4406900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 sz="2000"/>
            </a:lvl1pPr>
            <a:lvl2pPr marL="91440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/>
            </a:lvl2pPr>
            <a:lvl3pPr marL="137160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/>
            </a:lvl3pPr>
            <a:lvl4pPr marL="182880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4pPr>
            <a:lvl5pPr marL="228600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5pPr>
            <a:lvl6pPr marL="2743200" lvl="5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6pPr>
            <a:lvl7pPr marL="3200400" lvl="6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7pPr>
            <a:lvl8pPr marL="3657600" lvl="7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8pPr>
            <a:lvl9pPr marL="4114800" lvl="8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dt" idx="10"/>
          </p:nvPr>
        </p:nvSpPr>
        <p:spPr>
          <a:xfrm>
            <a:off x="3048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5" name="Google Shape;75;p10"/>
          <p:cNvSpPr txBox="1">
            <a:spLocks noGrp="1"/>
          </p:cNvSpPr>
          <p:nvPr>
            <p:ph type="sldNum" idx="12"/>
          </p:nvPr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dirty="0"/>
          </a:p>
        </p:txBody>
      </p:sp>
      <p:sp>
        <p:nvSpPr>
          <p:cNvPr id="76" name="Google Shape;76;p10"/>
          <p:cNvSpPr txBox="1">
            <a:spLocks noGrp="1"/>
          </p:cNvSpPr>
          <p:nvPr>
            <p:ph type="ftr" idx="11"/>
          </p:nvPr>
        </p:nvSpPr>
        <p:spPr>
          <a:xfrm>
            <a:off x="4165600" y="64008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 txBox="1">
            <a:spLocks noGrp="1"/>
          </p:cNvSpPr>
          <p:nvPr>
            <p:ph type="title"/>
          </p:nvPr>
        </p:nvSpPr>
        <p:spPr>
          <a:xfrm>
            <a:off x="914400" y="346075"/>
            <a:ext cx="10363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body" idx="1"/>
          </p:nvPr>
        </p:nvSpPr>
        <p:spPr>
          <a:xfrm>
            <a:off x="914400" y="1371600"/>
            <a:ext cx="50799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Times New Roman"/>
              <a:buChar char="•"/>
              <a:defRPr sz="2800"/>
            </a:lvl1pPr>
            <a:lvl2pPr marL="91440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–"/>
              <a:defRPr sz="2400"/>
            </a:lvl2pPr>
            <a:lvl3pPr marL="137160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•"/>
              <a:defRPr sz="2000"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»"/>
              <a:defRPr sz="1800"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»"/>
              <a:defRPr sz="1800"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»"/>
              <a:defRPr sz="1800"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»"/>
              <a:defRPr sz="1800"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»"/>
              <a:defRPr sz="1800"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2"/>
          </p:nvPr>
        </p:nvSpPr>
        <p:spPr>
          <a:xfrm>
            <a:off x="6197600" y="1371600"/>
            <a:ext cx="50799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Times New Roman"/>
              <a:buChar char="•"/>
              <a:defRPr sz="2800"/>
            </a:lvl1pPr>
            <a:lvl2pPr marL="91440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–"/>
              <a:defRPr sz="2400"/>
            </a:lvl2pPr>
            <a:lvl3pPr marL="137160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•"/>
              <a:defRPr sz="2000"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»"/>
              <a:defRPr sz="1800"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»"/>
              <a:defRPr sz="1800"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»"/>
              <a:defRPr sz="1800"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»"/>
              <a:defRPr sz="1800"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»"/>
              <a:defRPr sz="1800"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dt" idx="10"/>
          </p:nvPr>
        </p:nvSpPr>
        <p:spPr>
          <a:xfrm>
            <a:off x="3048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0" name="Google Shape;90;p12"/>
          <p:cNvSpPr txBox="1">
            <a:spLocks noGrp="1"/>
          </p:cNvSpPr>
          <p:nvPr>
            <p:ph type="sldNum" idx="12"/>
          </p:nvPr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dirty="0"/>
          </a:p>
        </p:txBody>
      </p:sp>
      <p:sp>
        <p:nvSpPr>
          <p:cNvPr id="91" name="Google Shape;91;p12"/>
          <p:cNvSpPr txBox="1">
            <a:spLocks noGrp="1"/>
          </p:cNvSpPr>
          <p:nvPr>
            <p:ph type="ftr" idx="11"/>
          </p:nvPr>
        </p:nvSpPr>
        <p:spPr>
          <a:xfrm>
            <a:off x="4165600" y="64008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  <a:defRPr sz="2400" b="1"/>
            </a:lvl1pPr>
            <a:lvl2pPr marL="91440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 sz="2000" b="1"/>
            </a:lvl2pPr>
            <a:lvl3pPr marL="137160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  <a:defRPr sz="2400"/>
            </a:lvl1pPr>
            <a:lvl2pPr marL="91440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4pPr>
            <a:lvl5pPr marL="228600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»"/>
              <a:defRPr sz="1600"/>
            </a:lvl5pPr>
            <a:lvl6pPr marL="274320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»"/>
              <a:defRPr sz="1600"/>
            </a:lvl6pPr>
            <a:lvl7pPr marL="320040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»"/>
              <a:defRPr sz="1600"/>
            </a:lvl7pPr>
            <a:lvl8pPr marL="365760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»"/>
              <a:defRPr sz="1600"/>
            </a:lvl8pPr>
            <a:lvl9pPr marL="411480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body" idx="3"/>
          </p:nvPr>
        </p:nvSpPr>
        <p:spPr>
          <a:xfrm>
            <a:off x="6193367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  <a:defRPr sz="2400" b="1"/>
            </a:lvl1pPr>
            <a:lvl2pPr marL="91440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 sz="2000" b="1"/>
            </a:lvl2pPr>
            <a:lvl3pPr marL="137160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body" idx="4"/>
          </p:nvPr>
        </p:nvSpPr>
        <p:spPr>
          <a:xfrm>
            <a:off x="6193367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  <a:defRPr sz="2400"/>
            </a:lvl1pPr>
            <a:lvl2pPr marL="91440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4pPr>
            <a:lvl5pPr marL="228600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»"/>
              <a:defRPr sz="1600"/>
            </a:lvl5pPr>
            <a:lvl6pPr marL="274320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»"/>
              <a:defRPr sz="1600"/>
            </a:lvl6pPr>
            <a:lvl7pPr marL="320040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»"/>
              <a:defRPr sz="1600"/>
            </a:lvl7pPr>
            <a:lvl8pPr marL="365760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»"/>
              <a:defRPr sz="1600"/>
            </a:lvl8pPr>
            <a:lvl9pPr marL="411480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dt" idx="10"/>
          </p:nvPr>
        </p:nvSpPr>
        <p:spPr>
          <a:xfrm>
            <a:off x="3048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7" name="Google Shape;107;p14"/>
          <p:cNvSpPr txBox="1">
            <a:spLocks noGrp="1"/>
          </p:cNvSpPr>
          <p:nvPr>
            <p:ph type="sldNum" idx="12"/>
          </p:nvPr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dirty="0"/>
          </a:p>
        </p:txBody>
      </p:sp>
      <p:sp>
        <p:nvSpPr>
          <p:cNvPr id="108" name="Google Shape;108;p14"/>
          <p:cNvSpPr txBox="1">
            <a:spLocks noGrp="1"/>
          </p:cNvSpPr>
          <p:nvPr>
            <p:ph type="ftr" idx="11"/>
          </p:nvPr>
        </p:nvSpPr>
        <p:spPr>
          <a:xfrm>
            <a:off x="4165600" y="64008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title"/>
          </p:nvPr>
        </p:nvSpPr>
        <p:spPr>
          <a:xfrm>
            <a:off x="914400" y="346075"/>
            <a:ext cx="10363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6"/>
          <p:cNvSpPr txBox="1">
            <a:spLocks noGrp="1"/>
          </p:cNvSpPr>
          <p:nvPr>
            <p:ph type="dt" idx="10"/>
          </p:nvPr>
        </p:nvSpPr>
        <p:spPr>
          <a:xfrm>
            <a:off x="3048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0" name="Google Shape;120;p16"/>
          <p:cNvSpPr txBox="1">
            <a:spLocks noGrp="1"/>
          </p:cNvSpPr>
          <p:nvPr>
            <p:ph type="sldNum" idx="12"/>
          </p:nvPr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dirty="0"/>
          </a:p>
        </p:txBody>
      </p:sp>
      <p:sp>
        <p:nvSpPr>
          <p:cNvPr id="121" name="Google Shape;121;p16"/>
          <p:cNvSpPr txBox="1">
            <a:spLocks noGrp="1"/>
          </p:cNvSpPr>
          <p:nvPr>
            <p:ph type="ftr" idx="11"/>
          </p:nvPr>
        </p:nvSpPr>
        <p:spPr>
          <a:xfrm>
            <a:off x="4165600" y="64008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body" idx="1"/>
          </p:nvPr>
        </p:nvSpPr>
        <p:spPr>
          <a:xfrm>
            <a:off x="4766733" y="273050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Times New Roman"/>
              <a:buChar char="•"/>
              <a:defRPr sz="3200"/>
            </a:lvl1pPr>
            <a:lvl2pPr marL="91440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Times New Roman"/>
              <a:buChar char="–"/>
              <a:defRPr sz="2800"/>
            </a:lvl2pPr>
            <a:lvl3pPr marL="137160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  <a:defRPr sz="2400"/>
            </a:lvl3pPr>
            <a:lvl4pPr marL="182880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4pPr>
            <a:lvl5pPr marL="228600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»"/>
              <a:defRPr sz="2000"/>
            </a:lvl5pPr>
            <a:lvl6pPr marL="274320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»"/>
              <a:defRPr sz="2000"/>
            </a:lvl6pPr>
            <a:lvl7pPr marL="320040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»"/>
              <a:defRPr sz="2000"/>
            </a:lvl7pPr>
            <a:lvl8pPr marL="365760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»"/>
              <a:defRPr sz="2000"/>
            </a:lvl8pPr>
            <a:lvl9pPr marL="411480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»"/>
              <a:defRPr sz="2000"/>
            </a:lvl9pPr>
          </a:lstStyle>
          <a:p>
            <a:endParaRPr/>
          </a:p>
        </p:txBody>
      </p:sp>
      <p:sp>
        <p:nvSpPr>
          <p:cNvPr id="133" name="Google Shape;133;p18"/>
          <p:cNvSpPr txBox="1">
            <a:spLocks noGrp="1"/>
          </p:cNvSpPr>
          <p:nvPr>
            <p:ph type="body" idx="2"/>
          </p:nvPr>
        </p:nvSpPr>
        <p:spPr>
          <a:xfrm>
            <a:off x="609600" y="1435100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1pPr>
            <a:lvl2pPr marL="91440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/>
            </a:lvl2pPr>
            <a:lvl3pPr marL="137160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dt" idx="10"/>
          </p:nvPr>
        </p:nvSpPr>
        <p:spPr>
          <a:xfrm>
            <a:off x="3048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5" name="Google Shape;135;p18"/>
          <p:cNvSpPr txBox="1">
            <a:spLocks noGrp="1"/>
          </p:cNvSpPr>
          <p:nvPr>
            <p:ph type="sldNum" idx="12"/>
          </p:nvPr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dirty="0"/>
          </a:p>
        </p:txBody>
      </p:sp>
      <p:sp>
        <p:nvSpPr>
          <p:cNvPr id="136" name="Google Shape;136;p18"/>
          <p:cNvSpPr txBox="1">
            <a:spLocks noGrp="1"/>
          </p:cNvSpPr>
          <p:nvPr>
            <p:ph type="ftr" idx="11"/>
          </p:nvPr>
        </p:nvSpPr>
        <p:spPr>
          <a:xfrm>
            <a:off x="4165600" y="64008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2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1pPr>
            <a:lvl2pPr marL="91440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/>
            </a:lvl2pPr>
            <a:lvl3pPr marL="137160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dt" idx="10"/>
          </p:nvPr>
        </p:nvSpPr>
        <p:spPr>
          <a:xfrm>
            <a:off x="3048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0" name="Google Shape;150;p20"/>
          <p:cNvSpPr txBox="1">
            <a:spLocks noGrp="1"/>
          </p:cNvSpPr>
          <p:nvPr>
            <p:ph type="sldNum" idx="12"/>
          </p:nvPr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dirty="0"/>
          </a:p>
        </p:txBody>
      </p:sp>
      <p:sp>
        <p:nvSpPr>
          <p:cNvPr id="151" name="Google Shape;151;p20"/>
          <p:cNvSpPr txBox="1">
            <a:spLocks noGrp="1"/>
          </p:cNvSpPr>
          <p:nvPr>
            <p:ph type="ftr" idx="11"/>
          </p:nvPr>
        </p:nvSpPr>
        <p:spPr>
          <a:xfrm>
            <a:off x="4165600" y="64008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>
            <a:spLocks noGrp="1"/>
          </p:cNvSpPr>
          <p:nvPr>
            <p:ph type="title"/>
          </p:nvPr>
        </p:nvSpPr>
        <p:spPr>
          <a:xfrm>
            <a:off x="914400" y="346075"/>
            <a:ext cx="10363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2"/>
          <p:cNvSpPr txBox="1">
            <a:spLocks noGrp="1"/>
          </p:cNvSpPr>
          <p:nvPr>
            <p:ph type="body" idx="1"/>
          </p:nvPr>
        </p:nvSpPr>
        <p:spPr>
          <a:xfrm rot="5400000">
            <a:off x="3752100" y="-1466100"/>
            <a:ext cx="4687800" cy="10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63" name="Google Shape;163;p22"/>
          <p:cNvSpPr txBox="1">
            <a:spLocks noGrp="1"/>
          </p:cNvSpPr>
          <p:nvPr>
            <p:ph type="dt" idx="10"/>
          </p:nvPr>
        </p:nvSpPr>
        <p:spPr>
          <a:xfrm>
            <a:off x="3048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4" name="Google Shape;164;p22"/>
          <p:cNvSpPr txBox="1">
            <a:spLocks noGrp="1"/>
          </p:cNvSpPr>
          <p:nvPr>
            <p:ph type="sldNum" idx="12"/>
          </p:nvPr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dirty="0"/>
          </a:p>
        </p:txBody>
      </p:sp>
      <p:sp>
        <p:nvSpPr>
          <p:cNvPr id="165" name="Google Shape;165;p22"/>
          <p:cNvSpPr txBox="1">
            <a:spLocks noGrp="1"/>
          </p:cNvSpPr>
          <p:nvPr>
            <p:ph type="ftr" idx="11"/>
          </p:nvPr>
        </p:nvSpPr>
        <p:spPr>
          <a:xfrm>
            <a:off x="4165600" y="64008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>
            <a:spLocks noGrp="1"/>
          </p:cNvSpPr>
          <p:nvPr>
            <p:ph type="title"/>
          </p:nvPr>
        </p:nvSpPr>
        <p:spPr>
          <a:xfrm rot="5400000">
            <a:off x="7125450" y="1907425"/>
            <a:ext cx="57135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4"/>
          <p:cNvSpPr txBox="1">
            <a:spLocks noGrp="1"/>
          </p:cNvSpPr>
          <p:nvPr>
            <p:ph type="body" idx="1"/>
          </p:nvPr>
        </p:nvSpPr>
        <p:spPr>
          <a:xfrm rot="5400000">
            <a:off x="1842200" y="-581825"/>
            <a:ext cx="5713500" cy="75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77" name="Google Shape;177;p24"/>
          <p:cNvSpPr txBox="1">
            <a:spLocks noGrp="1"/>
          </p:cNvSpPr>
          <p:nvPr>
            <p:ph type="dt" idx="10"/>
          </p:nvPr>
        </p:nvSpPr>
        <p:spPr>
          <a:xfrm>
            <a:off x="3048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8" name="Google Shape;178;p24"/>
          <p:cNvSpPr txBox="1">
            <a:spLocks noGrp="1"/>
          </p:cNvSpPr>
          <p:nvPr>
            <p:ph type="sldNum" idx="12"/>
          </p:nvPr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dirty="0"/>
          </a:p>
        </p:txBody>
      </p:sp>
      <p:sp>
        <p:nvSpPr>
          <p:cNvPr id="179" name="Google Shape;179;p24"/>
          <p:cNvSpPr txBox="1">
            <a:spLocks noGrp="1"/>
          </p:cNvSpPr>
          <p:nvPr>
            <p:ph type="ftr" idx="11"/>
          </p:nvPr>
        </p:nvSpPr>
        <p:spPr>
          <a:xfrm>
            <a:off x="4165600" y="64008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26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91" name="Google Shape;191;p26"/>
          <p:cNvSpPr txBox="1">
            <a:spLocks noGrp="1"/>
          </p:cNvSpPr>
          <p:nvPr>
            <p:ph type="body" idx="2"/>
          </p:nvPr>
        </p:nvSpPr>
        <p:spPr>
          <a:xfrm>
            <a:off x="6197600" y="1600200"/>
            <a:ext cx="5384700" cy="21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body" idx="3"/>
          </p:nvPr>
        </p:nvSpPr>
        <p:spPr>
          <a:xfrm>
            <a:off x="6197600" y="3938588"/>
            <a:ext cx="5384700" cy="21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93" name="Google Shape;193;p2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4" name="Google Shape;194;p26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7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5" name="Google Shape;195;p26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lip Art" type="txAndClipArt">
  <p:cSld name="TEXT_AND_CLIPAR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>
            <a:spLocks noGrp="1"/>
          </p:cNvSpPr>
          <p:nvPr>
            <p:ph type="title"/>
          </p:nvPr>
        </p:nvSpPr>
        <p:spPr>
          <a:xfrm>
            <a:off x="914400" y="609600"/>
            <a:ext cx="103632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28"/>
          <p:cNvSpPr txBox="1">
            <a:spLocks noGrp="1"/>
          </p:cNvSpPr>
          <p:nvPr>
            <p:ph type="body" idx="1"/>
          </p:nvPr>
        </p:nvSpPr>
        <p:spPr>
          <a:xfrm>
            <a:off x="914400" y="1981200"/>
            <a:ext cx="50799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07" name="Google Shape;207;p28"/>
          <p:cNvSpPr>
            <a:spLocks noGrp="1"/>
          </p:cNvSpPr>
          <p:nvPr>
            <p:ph type="clipArt" idx="2"/>
          </p:nvPr>
        </p:nvSpPr>
        <p:spPr>
          <a:xfrm>
            <a:off x="6197600" y="1981200"/>
            <a:ext cx="50799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8"/>
          <p:cNvSpPr txBox="1">
            <a:spLocks noGrp="1"/>
          </p:cNvSpPr>
          <p:nvPr>
            <p:ph type="ftr" idx="11"/>
          </p:nvPr>
        </p:nvSpPr>
        <p:spPr>
          <a:xfrm>
            <a:off x="1016000" y="62484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9" name="Google Shape;209;p28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dirty="0"/>
          </a:p>
        </p:txBody>
      </p:sp>
      <p:sp>
        <p:nvSpPr>
          <p:cNvPr id="210" name="Google Shape;210;p28"/>
          <p:cNvSpPr txBox="1">
            <a:spLocks noGrp="1"/>
          </p:cNvSpPr>
          <p:nvPr>
            <p:ph type="dt" idx="10"/>
          </p:nvPr>
        </p:nvSpPr>
        <p:spPr>
          <a:xfrm>
            <a:off x="3048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Over Text" type="objOverTx">
  <p:cSld name="OBJECT_OVER_TEXT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30"/>
          <p:cNvSpPr txBox="1">
            <a:spLocks noGrp="1"/>
          </p:cNvSpPr>
          <p:nvPr>
            <p:ph type="body" idx="1"/>
          </p:nvPr>
        </p:nvSpPr>
        <p:spPr>
          <a:xfrm>
            <a:off x="914400" y="1066800"/>
            <a:ext cx="10363200" cy="24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22" name="Google Shape;222;p30"/>
          <p:cNvSpPr txBox="1">
            <a:spLocks noGrp="1"/>
          </p:cNvSpPr>
          <p:nvPr>
            <p:ph type="body" idx="2"/>
          </p:nvPr>
        </p:nvSpPr>
        <p:spPr>
          <a:xfrm>
            <a:off x="914400" y="3657600"/>
            <a:ext cx="10363200" cy="24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23" name="Google Shape;223;p30"/>
          <p:cNvSpPr txBox="1">
            <a:spLocks noGrp="1"/>
          </p:cNvSpPr>
          <p:nvPr>
            <p:ph type="dt" idx="10"/>
          </p:nvPr>
        </p:nvSpPr>
        <p:spPr>
          <a:xfrm>
            <a:off x="914400" y="62484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4" name="Google Shape;224;p30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5" name="Google Shape;225;p30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 type="tx">
  <p:cSld name="TITLE_AND_BODY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2"/>
          <p:cNvSpPr txBox="1">
            <a:spLocks noGrp="1"/>
          </p:cNvSpPr>
          <p:nvPr>
            <p:ph type="title"/>
          </p:nvPr>
        </p:nvSpPr>
        <p:spPr>
          <a:xfrm>
            <a:off x="914400" y="346075"/>
            <a:ext cx="10363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32"/>
          <p:cNvSpPr txBox="1">
            <a:spLocks noGrp="1"/>
          </p:cNvSpPr>
          <p:nvPr>
            <p:ph type="body" idx="1"/>
          </p:nvPr>
        </p:nvSpPr>
        <p:spPr>
          <a:xfrm>
            <a:off x="914400" y="1371600"/>
            <a:ext cx="50799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37" name="Google Shape;237;p32"/>
          <p:cNvSpPr txBox="1">
            <a:spLocks noGrp="1"/>
          </p:cNvSpPr>
          <p:nvPr>
            <p:ph type="sldNum" idx="12"/>
          </p:nvPr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dirty="0"/>
          </a:p>
        </p:txBody>
      </p:sp>
      <p:sp>
        <p:nvSpPr>
          <p:cNvPr id="238" name="Google Shape;238;p32"/>
          <p:cNvSpPr txBox="1">
            <a:spLocks noGrp="1"/>
          </p:cNvSpPr>
          <p:nvPr>
            <p:ph type="dt" idx="10"/>
          </p:nvPr>
        </p:nvSpPr>
        <p:spPr>
          <a:xfrm>
            <a:off x="3048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9" name="Google Shape;239;p32"/>
          <p:cNvSpPr txBox="1">
            <a:spLocks noGrp="1"/>
          </p:cNvSpPr>
          <p:nvPr>
            <p:ph type="ftr" idx="11"/>
          </p:nvPr>
        </p:nvSpPr>
        <p:spPr>
          <a:xfrm>
            <a:off x="4165600" y="64008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Text" type="twoObjAndTx">
  <p:cSld name="TWO_OBJECTS_AND_TEXT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8432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34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5384700" cy="21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51" name="Google Shape;251;p34"/>
          <p:cNvSpPr txBox="1">
            <a:spLocks noGrp="1"/>
          </p:cNvSpPr>
          <p:nvPr>
            <p:ph type="body" idx="2"/>
          </p:nvPr>
        </p:nvSpPr>
        <p:spPr>
          <a:xfrm>
            <a:off x="609600" y="3938588"/>
            <a:ext cx="5384700" cy="21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52" name="Google Shape;252;p34"/>
          <p:cNvSpPr txBox="1">
            <a:spLocks noGrp="1"/>
          </p:cNvSpPr>
          <p:nvPr>
            <p:ph type="body" idx="3"/>
          </p:nvPr>
        </p:nvSpPr>
        <p:spPr>
          <a:xfrm>
            <a:off x="6197600" y="1600200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53" name="Google Shape;253;p3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4" name="Google Shape;254;p34"/>
          <p:cNvSpPr txBox="1">
            <a:spLocks noGrp="1"/>
          </p:cNvSpPr>
          <p:nvPr>
            <p:ph type="ftr" idx="11"/>
          </p:nvPr>
        </p:nvSpPr>
        <p:spPr>
          <a:xfrm>
            <a:off x="3556000" y="6245225"/>
            <a:ext cx="5079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5" name="Google Shape;255;p34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and Text" type="objAndTx">
  <p:cSld name="OBJECT_AND_TEXT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8432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36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67" name="Google Shape;267;p36"/>
          <p:cNvSpPr txBox="1">
            <a:spLocks noGrp="1"/>
          </p:cNvSpPr>
          <p:nvPr>
            <p:ph type="body" idx="2"/>
          </p:nvPr>
        </p:nvSpPr>
        <p:spPr>
          <a:xfrm>
            <a:off x="6197600" y="1600200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68" name="Google Shape;268;p3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9" name="Google Shape;269;p36"/>
          <p:cNvSpPr txBox="1">
            <a:spLocks noGrp="1"/>
          </p:cNvSpPr>
          <p:nvPr>
            <p:ph type="ftr" idx="11"/>
          </p:nvPr>
        </p:nvSpPr>
        <p:spPr>
          <a:xfrm>
            <a:off x="3556000" y="6245225"/>
            <a:ext cx="5079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70" name="Google Shape;270;p36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 Slide">
  <p:cSld name="Basic Slide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8"/>
          <p:cNvSpPr txBox="1">
            <a:spLocks noGrp="1"/>
          </p:cNvSpPr>
          <p:nvPr>
            <p:ph type="title"/>
          </p:nvPr>
        </p:nvSpPr>
        <p:spPr>
          <a:xfrm>
            <a:off x="812241" y="228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>
            <a:lvl1pPr marR="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B37AA"/>
              </a:buClr>
              <a:buSzPts val="3000"/>
              <a:buFont typeface="Gloria Hallelujah"/>
              <a:buChar char="●"/>
              <a:defRPr sz="3000" b="1">
                <a:solidFill>
                  <a:srgbClr val="9B37AA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1pPr>
            <a:lvl2pPr marR="0" lvl="1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000"/>
              <a:buFont typeface="Times New Roman"/>
              <a:buChar char="○"/>
              <a:defRPr sz="3000"/>
            </a:lvl2pPr>
            <a:lvl3pPr marR="0" lvl="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000"/>
              <a:buFont typeface="Times New Roman"/>
              <a:buChar char="■"/>
              <a:defRPr sz="3000"/>
            </a:lvl3pPr>
            <a:lvl4pPr marR="0" lvl="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000"/>
              <a:buFont typeface="Times New Roman"/>
              <a:buChar char="●"/>
              <a:defRPr sz="3000"/>
            </a:lvl4pPr>
            <a:lvl5pPr marR="0" lvl="4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000"/>
              <a:buFont typeface="Times New Roman"/>
              <a:buChar char="○"/>
              <a:defRPr sz="3000"/>
            </a:lvl5pPr>
            <a:lvl6pPr marR="0" lvl="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000"/>
              <a:buFont typeface="Times New Roman"/>
              <a:buChar char="■"/>
              <a:defRPr sz="3000"/>
            </a:lvl6pPr>
            <a:lvl7pPr marR="0" lvl="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000"/>
              <a:buFont typeface="Times New Roman"/>
              <a:buChar char="●"/>
              <a:defRPr sz="3000"/>
            </a:lvl7pPr>
            <a:lvl8pPr marR="0" lvl="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000"/>
              <a:buFont typeface="Times New Roman"/>
              <a:buChar char="○"/>
              <a:defRPr sz="3000"/>
            </a:lvl8pPr>
            <a:lvl9pPr marR="0" lvl="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000"/>
              <a:buFont typeface="Times New Roman"/>
              <a:buChar char="■"/>
              <a:defRPr sz="3000"/>
            </a:lvl9pPr>
          </a:lstStyle>
          <a:p>
            <a:endParaRPr/>
          </a:p>
        </p:txBody>
      </p:sp>
      <p:sp>
        <p:nvSpPr>
          <p:cNvPr id="281" name="Google Shape;281;p38"/>
          <p:cNvSpPr txBox="1">
            <a:spLocks noGrp="1"/>
          </p:cNvSpPr>
          <p:nvPr>
            <p:ph type="body" idx="1"/>
          </p:nvPr>
        </p:nvSpPr>
        <p:spPr>
          <a:xfrm>
            <a:off x="812241" y="1371601"/>
            <a:ext cx="10363200" cy="49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marL="457200" marR="0" lvl="0" indent="-357187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25"/>
              <a:buFont typeface="Gloria Hallelujah"/>
              <a:buChar char="●"/>
              <a:defRPr sz="2025">
                <a:latin typeface="Gloria Hallelujah"/>
                <a:ea typeface="Gloria Hallelujah"/>
                <a:cs typeface="Gloria Hallelujah"/>
                <a:sym typeface="Gloria Hallelujah"/>
              </a:defRPr>
            </a:lvl1pPr>
            <a:lvl2pPr marL="914400" marR="0" lvl="1" indent="-357187" algn="l" rtl="0">
              <a:lnSpc>
                <a:spcPct val="150000"/>
              </a:lnSpc>
              <a:spcBef>
                <a:spcPts val="525"/>
              </a:spcBef>
              <a:spcAft>
                <a:spcPts val="0"/>
              </a:spcAft>
              <a:buSzPts val="2025"/>
              <a:buFont typeface="Gloria Hallelujah"/>
              <a:buChar char="●"/>
              <a:defRPr sz="2025">
                <a:latin typeface="Gloria Hallelujah"/>
                <a:ea typeface="Gloria Hallelujah"/>
                <a:cs typeface="Gloria Hallelujah"/>
                <a:sym typeface="Gloria Hallelujah"/>
              </a:defRPr>
            </a:lvl2pPr>
            <a:lvl3pPr marL="1371600" marR="0" lvl="2" indent="-357187" algn="l" rtl="0">
              <a:lnSpc>
                <a:spcPct val="150000"/>
              </a:lnSpc>
              <a:spcBef>
                <a:spcPts val="450"/>
              </a:spcBef>
              <a:spcAft>
                <a:spcPts val="0"/>
              </a:spcAft>
              <a:buSzPts val="2025"/>
              <a:buFont typeface="Gloria Hallelujah"/>
              <a:buChar char="●"/>
              <a:defRPr sz="2025">
                <a:latin typeface="Gloria Hallelujah"/>
                <a:ea typeface="Gloria Hallelujah"/>
                <a:cs typeface="Gloria Hallelujah"/>
                <a:sym typeface="Gloria Hallelujah"/>
              </a:defRPr>
            </a:lvl3pPr>
            <a:lvl4pPr marL="1828800" marR="0" lvl="3" indent="-357187" algn="l" rtl="0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SzPts val="2025"/>
              <a:buFont typeface="Gloria Hallelujah"/>
              <a:buChar char="•"/>
              <a:defRPr sz="2025">
                <a:latin typeface="Gloria Hallelujah"/>
                <a:ea typeface="Gloria Hallelujah"/>
                <a:cs typeface="Gloria Hallelujah"/>
                <a:sym typeface="Gloria Hallelujah"/>
              </a:defRPr>
            </a:lvl4pPr>
            <a:lvl5pPr marL="2286000" marR="0" lvl="4" indent="-357187" algn="l" rtl="0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SzPts val="2025"/>
              <a:buFont typeface="Gloria Hallelujah"/>
              <a:buChar char="–"/>
              <a:defRPr sz="2025">
                <a:latin typeface="Gloria Hallelujah"/>
                <a:ea typeface="Gloria Hallelujah"/>
                <a:cs typeface="Gloria Hallelujah"/>
                <a:sym typeface="Gloria Hallelujah"/>
              </a:defRPr>
            </a:lvl5pPr>
            <a:lvl6pPr marL="2743200" marR="0" lvl="5" indent="-357187" algn="l" rtl="0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SzPts val="2025"/>
              <a:buFont typeface="Gloria Hallelujah"/>
              <a:buChar char="–"/>
              <a:defRPr sz="2025">
                <a:latin typeface="Gloria Hallelujah"/>
                <a:ea typeface="Gloria Hallelujah"/>
                <a:cs typeface="Gloria Hallelujah"/>
                <a:sym typeface="Gloria Hallelujah"/>
              </a:defRPr>
            </a:lvl6pPr>
            <a:lvl7pPr marL="3200400" marR="0" lvl="6" indent="-357187" algn="l" rtl="0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SzPts val="2025"/>
              <a:buFont typeface="Gloria Hallelujah"/>
              <a:buChar char="–"/>
              <a:defRPr sz="2025">
                <a:latin typeface="Gloria Hallelujah"/>
                <a:ea typeface="Gloria Hallelujah"/>
                <a:cs typeface="Gloria Hallelujah"/>
                <a:sym typeface="Gloria Hallelujah"/>
              </a:defRPr>
            </a:lvl7pPr>
            <a:lvl8pPr marL="3657600" marR="0" lvl="7" indent="-357187" algn="l" rtl="0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SzPts val="2025"/>
              <a:buFont typeface="Gloria Hallelujah"/>
              <a:buChar char="–"/>
              <a:defRPr sz="2025">
                <a:latin typeface="Gloria Hallelujah"/>
                <a:ea typeface="Gloria Hallelujah"/>
                <a:cs typeface="Gloria Hallelujah"/>
                <a:sym typeface="Gloria Hallelujah"/>
              </a:defRPr>
            </a:lvl8pPr>
            <a:lvl9pPr marL="4114800" marR="0" lvl="8" indent="-357187" algn="l" rtl="0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SzPts val="2025"/>
              <a:buFont typeface="Gloria Hallelujah"/>
              <a:buChar char="–"/>
              <a:defRPr sz="2025">
                <a:latin typeface="Gloria Hallelujah"/>
                <a:ea typeface="Gloria Hallelujah"/>
                <a:cs typeface="Gloria Hallelujah"/>
                <a:sym typeface="Gloria Hallelujah"/>
              </a:defRPr>
            </a:lvl9pPr>
          </a:lstStyle>
          <a:p>
            <a:endParaRPr/>
          </a:p>
        </p:txBody>
      </p:sp>
      <p:sp>
        <p:nvSpPr>
          <p:cNvPr id="282" name="Google Shape;282;p38"/>
          <p:cNvSpPr txBox="1">
            <a:spLocks noGrp="1"/>
          </p:cNvSpPr>
          <p:nvPr>
            <p:ph type="dt" idx="10"/>
          </p:nvPr>
        </p:nvSpPr>
        <p:spPr>
          <a:xfrm>
            <a:off x="3048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83" name="Google Shape;283;p38"/>
          <p:cNvSpPr txBox="1">
            <a:spLocks noGrp="1"/>
          </p:cNvSpPr>
          <p:nvPr>
            <p:ph type="sldNum" idx="12"/>
          </p:nvPr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dirty="0"/>
          </a:p>
        </p:txBody>
      </p:sp>
      <p:sp>
        <p:nvSpPr>
          <p:cNvPr id="284" name="Google Shape;284;p38"/>
          <p:cNvSpPr txBox="1">
            <a:spLocks noGrp="1"/>
          </p:cNvSpPr>
          <p:nvPr>
            <p:ph type="ftr" idx="11"/>
          </p:nvPr>
        </p:nvSpPr>
        <p:spPr>
          <a:xfrm>
            <a:off x="4165600" y="64008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"/>
          <p:cNvCxnSpPr/>
          <p:nvPr/>
        </p:nvCxnSpPr>
        <p:spPr>
          <a:xfrm>
            <a:off x="711200" y="1219200"/>
            <a:ext cx="10769700" cy="0"/>
          </a:xfrm>
          <a:prstGeom prst="straightConnector1">
            <a:avLst/>
          </a:prstGeom>
          <a:noFill/>
          <a:ln w="7620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Google Shape;11;p1" descr="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1362" y="96837"/>
            <a:ext cx="114935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914400" y="346075"/>
            <a:ext cx="10363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914400" y="1371600"/>
            <a:ext cx="103632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CC00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rgbClr val="336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3048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 txBox="1">
            <a:spLocks noGrp="1"/>
          </p:cNvSpPr>
          <p:nvPr>
            <p:ph type="ftr" idx="11"/>
          </p:nvPr>
        </p:nvSpPr>
        <p:spPr>
          <a:xfrm>
            <a:off x="4165600" y="64008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3"/>
          <p:cNvCxnSpPr/>
          <p:nvPr/>
        </p:nvCxnSpPr>
        <p:spPr>
          <a:xfrm>
            <a:off x="711200" y="1219200"/>
            <a:ext cx="10769700" cy="0"/>
          </a:xfrm>
          <a:prstGeom prst="straightConnector1">
            <a:avLst/>
          </a:prstGeom>
          <a:noFill/>
          <a:ln w="7620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" name="Google Shape;23;p3" descr="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1362" y="96837"/>
            <a:ext cx="114935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4400" y="346075"/>
            <a:ext cx="10363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914400" y="1371600"/>
            <a:ext cx="103632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CC00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rgbClr val="336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3048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4165600" y="64008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914400" y="346075"/>
            <a:ext cx="10363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914400" y="1371600"/>
            <a:ext cx="103632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00CC00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rgbClr val="336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3048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cxnSp>
        <p:nvCxnSpPr>
          <p:cNvPr id="39" name="Google Shape;39;p5"/>
          <p:cNvCxnSpPr/>
          <p:nvPr/>
        </p:nvCxnSpPr>
        <p:spPr>
          <a:xfrm>
            <a:off x="711200" y="1219200"/>
            <a:ext cx="10769700" cy="0"/>
          </a:xfrm>
          <a:prstGeom prst="straightConnector1">
            <a:avLst/>
          </a:prstGeom>
          <a:noFill/>
          <a:ln w="7620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4165600" y="64008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pic>
        <p:nvPicPr>
          <p:cNvPr id="42" name="Google Shape;42;p5" descr="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1362" y="96837"/>
            <a:ext cx="1149350" cy="10096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Google Shape;50;p7"/>
          <p:cNvCxnSpPr/>
          <p:nvPr/>
        </p:nvCxnSpPr>
        <p:spPr>
          <a:xfrm>
            <a:off x="711200" y="1219200"/>
            <a:ext cx="10769700" cy="0"/>
          </a:xfrm>
          <a:prstGeom prst="straightConnector1">
            <a:avLst/>
          </a:prstGeom>
          <a:noFill/>
          <a:ln w="7620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1" name="Google Shape;51;p7" descr="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1362" y="96837"/>
            <a:ext cx="114935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14400" y="346075"/>
            <a:ext cx="10363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914400" y="1371600"/>
            <a:ext cx="103632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CC00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rgbClr val="336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3048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 txBox="1">
            <a:spLocks noGrp="1"/>
          </p:cNvSpPr>
          <p:nvPr>
            <p:ph type="ftr" idx="11"/>
          </p:nvPr>
        </p:nvSpPr>
        <p:spPr>
          <a:xfrm>
            <a:off x="4165600" y="64008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p9"/>
          <p:cNvCxnSpPr/>
          <p:nvPr/>
        </p:nvCxnSpPr>
        <p:spPr>
          <a:xfrm>
            <a:off x="711200" y="1219200"/>
            <a:ext cx="10769700" cy="0"/>
          </a:xfrm>
          <a:prstGeom prst="straightConnector1">
            <a:avLst/>
          </a:prstGeom>
          <a:noFill/>
          <a:ln w="7620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5" name="Google Shape;65;p9" descr="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1362" y="96837"/>
            <a:ext cx="114935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914400" y="346075"/>
            <a:ext cx="10363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1"/>
          </p:nvPr>
        </p:nvSpPr>
        <p:spPr>
          <a:xfrm>
            <a:off x="914400" y="1371600"/>
            <a:ext cx="103632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CC00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rgbClr val="336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3048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9"/>
          <p:cNvSpPr txBox="1">
            <a:spLocks noGrp="1"/>
          </p:cNvSpPr>
          <p:nvPr>
            <p:ph type="ftr" idx="11"/>
          </p:nvPr>
        </p:nvSpPr>
        <p:spPr>
          <a:xfrm>
            <a:off x="4165600" y="64008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Google Shape;78;p11"/>
          <p:cNvCxnSpPr/>
          <p:nvPr/>
        </p:nvCxnSpPr>
        <p:spPr>
          <a:xfrm>
            <a:off x="711200" y="1219200"/>
            <a:ext cx="10769700" cy="0"/>
          </a:xfrm>
          <a:prstGeom prst="straightConnector1">
            <a:avLst/>
          </a:prstGeom>
          <a:noFill/>
          <a:ln w="7620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9" name="Google Shape;79;p11" descr="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1362" y="96837"/>
            <a:ext cx="114935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914400" y="346075"/>
            <a:ext cx="10363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1"/>
          </p:nvPr>
        </p:nvSpPr>
        <p:spPr>
          <a:xfrm>
            <a:off x="914400" y="1371600"/>
            <a:ext cx="103632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CC00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rgbClr val="336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dt" idx="10"/>
          </p:nvPr>
        </p:nvSpPr>
        <p:spPr>
          <a:xfrm>
            <a:off x="3048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1"/>
          <p:cNvSpPr txBox="1">
            <a:spLocks noGrp="1"/>
          </p:cNvSpPr>
          <p:nvPr>
            <p:ph type="ftr" idx="11"/>
          </p:nvPr>
        </p:nvSpPr>
        <p:spPr>
          <a:xfrm>
            <a:off x="4165600" y="64008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3"/>
          <p:cNvCxnSpPr/>
          <p:nvPr/>
        </p:nvCxnSpPr>
        <p:spPr>
          <a:xfrm>
            <a:off x="711200" y="1219200"/>
            <a:ext cx="10769700" cy="0"/>
          </a:xfrm>
          <a:prstGeom prst="straightConnector1">
            <a:avLst/>
          </a:prstGeom>
          <a:noFill/>
          <a:ln w="7620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4" name="Google Shape;94;p13" descr="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1362" y="96837"/>
            <a:ext cx="114935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>
            <a:spLocks noGrp="1"/>
          </p:cNvSpPr>
          <p:nvPr>
            <p:ph type="title"/>
          </p:nvPr>
        </p:nvSpPr>
        <p:spPr>
          <a:xfrm>
            <a:off x="914400" y="346075"/>
            <a:ext cx="10363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body" idx="1"/>
          </p:nvPr>
        </p:nvSpPr>
        <p:spPr>
          <a:xfrm>
            <a:off x="914400" y="1371600"/>
            <a:ext cx="103632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CC00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rgbClr val="336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dt" idx="10"/>
          </p:nvPr>
        </p:nvSpPr>
        <p:spPr>
          <a:xfrm>
            <a:off x="3048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98" name="Google Shape;98;p13"/>
          <p:cNvSpPr txBox="1">
            <a:spLocks noGrp="1"/>
          </p:cNvSpPr>
          <p:nvPr>
            <p:ph type="sldNum" idx="12"/>
          </p:nvPr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3"/>
          <p:cNvSpPr txBox="1">
            <a:spLocks noGrp="1"/>
          </p:cNvSpPr>
          <p:nvPr>
            <p:ph type="ftr" idx="11"/>
          </p:nvPr>
        </p:nvSpPr>
        <p:spPr>
          <a:xfrm>
            <a:off x="4165600" y="64008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" name="Google Shape;110;p15"/>
          <p:cNvCxnSpPr/>
          <p:nvPr/>
        </p:nvCxnSpPr>
        <p:spPr>
          <a:xfrm>
            <a:off x="711200" y="1219200"/>
            <a:ext cx="10769700" cy="0"/>
          </a:xfrm>
          <a:prstGeom prst="straightConnector1">
            <a:avLst/>
          </a:prstGeom>
          <a:noFill/>
          <a:ln w="7620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1" name="Google Shape;111;p15" descr="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1362" y="96837"/>
            <a:ext cx="114935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>
            <a:spLocks noGrp="1"/>
          </p:cNvSpPr>
          <p:nvPr>
            <p:ph type="title"/>
          </p:nvPr>
        </p:nvSpPr>
        <p:spPr>
          <a:xfrm>
            <a:off x="914400" y="346075"/>
            <a:ext cx="10363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3" name="Google Shape;113;p15"/>
          <p:cNvSpPr txBox="1">
            <a:spLocks noGrp="1"/>
          </p:cNvSpPr>
          <p:nvPr>
            <p:ph type="body" idx="1"/>
          </p:nvPr>
        </p:nvSpPr>
        <p:spPr>
          <a:xfrm>
            <a:off x="914400" y="1371600"/>
            <a:ext cx="103632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CC00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rgbClr val="336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dt" idx="10"/>
          </p:nvPr>
        </p:nvSpPr>
        <p:spPr>
          <a:xfrm>
            <a:off x="3048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5"/>
          <p:cNvSpPr txBox="1">
            <a:spLocks noGrp="1"/>
          </p:cNvSpPr>
          <p:nvPr>
            <p:ph type="ftr" idx="11"/>
          </p:nvPr>
        </p:nvSpPr>
        <p:spPr>
          <a:xfrm>
            <a:off x="4165600" y="64008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" name="Google Shape;123;p17"/>
          <p:cNvCxnSpPr/>
          <p:nvPr/>
        </p:nvCxnSpPr>
        <p:spPr>
          <a:xfrm>
            <a:off x="711200" y="1219200"/>
            <a:ext cx="10769700" cy="0"/>
          </a:xfrm>
          <a:prstGeom prst="straightConnector1">
            <a:avLst/>
          </a:prstGeom>
          <a:noFill/>
          <a:ln w="7620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4" name="Google Shape;124;p17" descr="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1362" y="96837"/>
            <a:ext cx="114935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>
            <a:spLocks noGrp="1"/>
          </p:cNvSpPr>
          <p:nvPr>
            <p:ph type="title"/>
          </p:nvPr>
        </p:nvSpPr>
        <p:spPr>
          <a:xfrm>
            <a:off x="914400" y="346075"/>
            <a:ext cx="10363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6" name="Google Shape;126;p17"/>
          <p:cNvSpPr txBox="1">
            <a:spLocks noGrp="1"/>
          </p:cNvSpPr>
          <p:nvPr>
            <p:ph type="body" idx="1"/>
          </p:nvPr>
        </p:nvSpPr>
        <p:spPr>
          <a:xfrm>
            <a:off x="914400" y="1371600"/>
            <a:ext cx="103632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CC00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rgbClr val="336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dt" idx="10"/>
          </p:nvPr>
        </p:nvSpPr>
        <p:spPr>
          <a:xfrm>
            <a:off x="3048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8" name="Google Shape;128;p17"/>
          <p:cNvSpPr txBox="1">
            <a:spLocks noGrp="1"/>
          </p:cNvSpPr>
          <p:nvPr>
            <p:ph type="sldNum" idx="12"/>
          </p:nvPr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7"/>
          <p:cNvSpPr txBox="1">
            <a:spLocks noGrp="1"/>
          </p:cNvSpPr>
          <p:nvPr>
            <p:ph type="ftr" idx="11"/>
          </p:nvPr>
        </p:nvSpPr>
        <p:spPr>
          <a:xfrm>
            <a:off x="4165600" y="64008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Google Shape;138;p19"/>
          <p:cNvCxnSpPr/>
          <p:nvPr/>
        </p:nvCxnSpPr>
        <p:spPr>
          <a:xfrm>
            <a:off x="711200" y="1219200"/>
            <a:ext cx="10769700" cy="0"/>
          </a:xfrm>
          <a:prstGeom prst="straightConnector1">
            <a:avLst/>
          </a:prstGeom>
          <a:noFill/>
          <a:ln w="7620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9" name="Google Shape;139;p19" descr="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1362" y="96837"/>
            <a:ext cx="114935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9"/>
          <p:cNvSpPr txBox="1">
            <a:spLocks noGrp="1"/>
          </p:cNvSpPr>
          <p:nvPr>
            <p:ph type="title"/>
          </p:nvPr>
        </p:nvSpPr>
        <p:spPr>
          <a:xfrm>
            <a:off x="914400" y="346075"/>
            <a:ext cx="10363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body" idx="1"/>
          </p:nvPr>
        </p:nvSpPr>
        <p:spPr>
          <a:xfrm>
            <a:off x="914400" y="1371600"/>
            <a:ext cx="103632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CC00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rgbClr val="336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2" name="Google Shape;142;p19"/>
          <p:cNvSpPr txBox="1">
            <a:spLocks noGrp="1"/>
          </p:cNvSpPr>
          <p:nvPr>
            <p:ph type="dt" idx="10"/>
          </p:nvPr>
        </p:nvSpPr>
        <p:spPr>
          <a:xfrm>
            <a:off x="3048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43" name="Google Shape;143;p19"/>
          <p:cNvSpPr txBox="1">
            <a:spLocks noGrp="1"/>
          </p:cNvSpPr>
          <p:nvPr>
            <p:ph type="sldNum" idx="12"/>
          </p:nvPr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9"/>
          <p:cNvSpPr txBox="1">
            <a:spLocks noGrp="1"/>
          </p:cNvSpPr>
          <p:nvPr>
            <p:ph type="ftr" idx="11"/>
          </p:nvPr>
        </p:nvSpPr>
        <p:spPr>
          <a:xfrm>
            <a:off x="4165600" y="64008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" name="Google Shape;153;p21"/>
          <p:cNvCxnSpPr/>
          <p:nvPr/>
        </p:nvCxnSpPr>
        <p:spPr>
          <a:xfrm>
            <a:off x="711200" y="1219200"/>
            <a:ext cx="10769700" cy="0"/>
          </a:xfrm>
          <a:prstGeom prst="straightConnector1">
            <a:avLst/>
          </a:prstGeom>
          <a:noFill/>
          <a:ln w="7620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4" name="Google Shape;154;p21" descr="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1362" y="96837"/>
            <a:ext cx="114935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914400" y="346075"/>
            <a:ext cx="10363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body" idx="1"/>
          </p:nvPr>
        </p:nvSpPr>
        <p:spPr>
          <a:xfrm>
            <a:off x="914400" y="1371600"/>
            <a:ext cx="103632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CC00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rgbClr val="336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57" name="Google Shape;157;p21"/>
          <p:cNvSpPr txBox="1">
            <a:spLocks noGrp="1"/>
          </p:cNvSpPr>
          <p:nvPr>
            <p:ph type="dt" idx="10"/>
          </p:nvPr>
        </p:nvSpPr>
        <p:spPr>
          <a:xfrm>
            <a:off x="3048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58" name="Google Shape;158;p21"/>
          <p:cNvSpPr txBox="1">
            <a:spLocks noGrp="1"/>
          </p:cNvSpPr>
          <p:nvPr>
            <p:ph type="sldNum" idx="12"/>
          </p:nvPr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1"/>
          <p:cNvSpPr txBox="1">
            <a:spLocks noGrp="1"/>
          </p:cNvSpPr>
          <p:nvPr>
            <p:ph type="ftr" idx="11"/>
          </p:nvPr>
        </p:nvSpPr>
        <p:spPr>
          <a:xfrm>
            <a:off x="4165600" y="64008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" name="Google Shape;167;p23"/>
          <p:cNvCxnSpPr/>
          <p:nvPr/>
        </p:nvCxnSpPr>
        <p:spPr>
          <a:xfrm>
            <a:off x="711200" y="1219200"/>
            <a:ext cx="10769700" cy="0"/>
          </a:xfrm>
          <a:prstGeom prst="straightConnector1">
            <a:avLst/>
          </a:prstGeom>
          <a:noFill/>
          <a:ln w="7620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8" name="Google Shape;168;p23" descr="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1362" y="96837"/>
            <a:ext cx="114935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3"/>
          <p:cNvSpPr txBox="1">
            <a:spLocks noGrp="1"/>
          </p:cNvSpPr>
          <p:nvPr>
            <p:ph type="title"/>
          </p:nvPr>
        </p:nvSpPr>
        <p:spPr>
          <a:xfrm>
            <a:off x="914400" y="346075"/>
            <a:ext cx="10363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0" name="Google Shape;170;p23"/>
          <p:cNvSpPr txBox="1">
            <a:spLocks noGrp="1"/>
          </p:cNvSpPr>
          <p:nvPr>
            <p:ph type="body" idx="1"/>
          </p:nvPr>
        </p:nvSpPr>
        <p:spPr>
          <a:xfrm>
            <a:off x="914400" y="1371600"/>
            <a:ext cx="103632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CC00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rgbClr val="336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1" name="Google Shape;171;p23"/>
          <p:cNvSpPr txBox="1">
            <a:spLocks noGrp="1"/>
          </p:cNvSpPr>
          <p:nvPr>
            <p:ph type="dt" idx="10"/>
          </p:nvPr>
        </p:nvSpPr>
        <p:spPr>
          <a:xfrm>
            <a:off x="3048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72" name="Google Shape;172;p23"/>
          <p:cNvSpPr txBox="1">
            <a:spLocks noGrp="1"/>
          </p:cNvSpPr>
          <p:nvPr>
            <p:ph type="sldNum" idx="12"/>
          </p:nvPr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3"/>
          <p:cNvSpPr txBox="1">
            <a:spLocks noGrp="1"/>
          </p:cNvSpPr>
          <p:nvPr>
            <p:ph type="ftr" idx="11"/>
          </p:nvPr>
        </p:nvSpPr>
        <p:spPr>
          <a:xfrm>
            <a:off x="4165600" y="64008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1" name="Google Shape;181;p25"/>
          <p:cNvCxnSpPr/>
          <p:nvPr/>
        </p:nvCxnSpPr>
        <p:spPr>
          <a:xfrm>
            <a:off x="711200" y="1219200"/>
            <a:ext cx="10769700" cy="0"/>
          </a:xfrm>
          <a:prstGeom prst="straightConnector1">
            <a:avLst/>
          </a:prstGeom>
          <a:noFill/>
          <a:ln w="7620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2" name="Google Shape;182;p25" descr="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1362" y="96837"/>
            <a:ext cx="114935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914400" y="346075"/>
            <a:ext cx="10363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84" name="Google Shape;184;p25"/>
          <p:cNvSpPr txBox="1">
            <a:spLocks noGrp="1"/>
          </p:cNvSpPr>
          <p:nvPr>
            <p:ph type="body" idx="1"/>
          </p:nvPr>
        </p:nvSpPr>
        <p:spPr>
          <a:xfrm>
            <a:off x="914400" y="1371600"/>
            <a:ext cx="103632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CC00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rgbClr val="336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85" name="Google Shape;185;p25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86" name="Google Shape;186;p25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7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87" name="Google Shape;187;p25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p27"/>
          <p:cNvCxnSpPr/>
          <p:nvPr/>
        </p:nvCxnSpPr>
        <p:spPr>
          <a:xfrm>
            <a:off x="711200" y="1219200"/>
            <a:ext cx="10769700" cy="0"/>
          </a:xfrm>
          <a:prstGeom prst="straightConnector1">
            <a:avLst/>
          </a:prstGeom>
          <a:noFill/>
          <a:ln w="7620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8" name="Google Shape;198;p27" descr="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1362" y="96837"/>
            <a:ext cx="114935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7"/>
          <p:cNvSpPr txBox="1">
            <a:spLocks noGrp="1"/>
          </p:cNvSpPr>
          <p:nvPr>
            <p:ph type="title"/>
          </p:nvPr>
        </p:nvSpPr>
        <p:spPr>
          <a:xfrm>
            <a:off x="914400" y="346075"/>
            <a:ext cx="10363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00" name="Google Shape;200;p27"/>
          <p:cNvSpPr txBox="1">
            <a:spLocks noGrp="1"/>
          </p:cNvSpPr>
          <p:nvPr>
            <p:ph type="body" idx="1"/>
          </p:nvPr>
        </p:nvSpPr>
        <p:spPr>
          <a:xfrm>
            <a:off x="914400" y="1371600"/>
            <a:ext cx="103632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CC00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rgbClr val="336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01" name="Google Shape;201;p27"/>
          <p:cNvSpPr txBox="1">
            <a:spLocks noGrp="1"/>
          </p:cNvSpPr>
          <p:nvPr>
            <p:ph type="ftr" idx="11"/>
          </p:nvPr>
        </p:nvSpPr>
        <p:spPr>
          <a:xfrm>
            <a:off x="1016000" y="62484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02" name="Google Shape;202;p27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7"/>
          <p:cNvSpPr txBox="1">
            <a:spLocks noGrp="1"/>
          </p:cNvSpPr>
          <p:nvPr>
            <p:ph type="dt" idx="10"/>
          </p:nvPr>
        </p:nvSpPr>
        <p:spPr>
          <a:xfrm>
            <a:off x="3048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Google Shape;212;p29"/>
          <p:cNvCxnSpPr/>
          <p:nvPr/>
        </p:nvCxnSpPr>
        <p:spPr>
          <a:xfrm>
            <a:off x="711200" y="1219200"/>
            <a:ext cx="10769700" cy="0"/>
          </a:xfrm>
          <a:prstGeom prst="straightConnector1">
            <a:avLst/>
          </a:prstGeom>
          <a:noFill/>
          <a:ln w="7620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13" name="Google Shape;213;p29" descr="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1362" y="96837"/>
            <a:ext cx="114935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9"/>
          <p:cNvSpPr txBox="1">
            <a:spLocks noGrp="1"/>
          </p:cNvSpPr>
          <p:nvPr>
            <p:ph type="title"/>
          </p:nvPr>
        </p:nvSpPr>
        <p:spPr>
          <a:xfrm>
            <a:off x="914400" y="346075"/>
            <a:ext cx="10363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15" name="Google Shape;215;p29"/>
          <p:cNvSpPr txBox="1">
            <a:spLocks noGrp="1"/>
          </p:cNvSpPr>
          <p:nvPr>
            <p:ph type="body" idx="1"/>
          </p:nvPr>
        </p:nvSpPr>
        <p:spPr>
          <a:xfrm>
            <a:off x="914400" y="1371600"/>
            <a:ext cx="103632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CC00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rgbClr val="336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dt" idx="10"/>
          </p:nvPr>
        </p:nvSpPr>
        <p:spPr>
          <a:xfrm>
            <a:off x="914400" y="62484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17" name="Google Shape;217;p29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18" name="Google Shape;218;p29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7" name="Google Shape;227;p31"/>
          <p:cNvCxnSpPr/>
          <p:nvPr/>
        </p:nvCxnSpPr>
        <p:spPr>
          <a:xfrm>
            <a:off x="711200" y="1219200"/>
            <a:ext cx="10769700" cy="0"/>
          </a:xfrm>
          <a:prstGeom prst="straightConnector1">
            <a:avLst/>
          </a:prstGeom>
          <a:noFill/>
          <a:ln w="7620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8" name="Google Shape;228;p31" descr="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1362" y="96837"/>
            <a:ext cx="114935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1"/>
          <p:cNvSpPr txBox="1">
            <a:spLocks noGrp="1"/>
          </p:cNvSpPr>
          <p:nvPr>
            <p:ph type="title"/>
          </p:nvPr>
        </p:nvSpPr>
        <p:spPr>
          <a:xfrm>
            <a:off x="914400" y="346075"/>
            <a:ext cx="10363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30" name="Google Shape;230;p31"/>
          <p:cNvSpPr txBox="1">
            <a:spLocks noGrp="1"/>
          </p:cNvSpPr>
          <p:nvPr>
            <p:ph type="body" idx="1"/>
          </p:nvPr>
        </p:nvSpPr>
        <p:spPr>
          <a:xfrm>
            <a:off x="914400" y="1371600"/>
            <a:ext cx="103632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CC00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rgbClr val="336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31" name="Google Shape;231;p31"/>
          <p:cNvSpPr txBox="1">
            <a:spLocks noGrp="1"/>
          </p:cNvSpPr>
          <p:nvPr>
            <p:ph type="sldNum" idx="12"/>
          </p:nvPr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1"/>
          <p:cNvSpPr txBox="1">
            <a:spLocks noGrp="1"/>
          </p:cNvSpPr>
          <p:nvPr>
            <p:ph type="dt" idx="10"/>
          </p:nvPr>
        </p:nvSpPr>
        <p:spPr>
          <a:xfrm>
            <a:off x="3048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33" name="Google Shape;233;p31"/>
          <p:cNvSpPr txBox="1">
            <a:spLocks noGrp="1"/>
          </p:cNvSpPr>
          <p:nvPr>
            <p:ph type="ftr" idx="11"/>
          </p:nvPr>
        </p:nvSpPr>
        <p:spPr>
          <a:xfrm>
            <a:off x="4165600" y="64008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1" name="Google Shape;241;p33"/>
          <p:cNvCxnSpPr/>
          <p:nvPr/>
        </p:nvCxnSpPr>
        <p:spPr>
          <a:xfrm>
            <a:off x="711200" y="1219200"/>
            <a:ext cx="10769700" cy="0"/>
          </a:xfrm>
          <a:prstGeom prst="straightConnector1">
            <a:avLst/>
          </a:prstGeom>
          <a:noFill/>
          <a:ln w="7620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42" name="Google Shape;242;p33" descr="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1362" y="96837"/>
            <a:ext cx="114935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3"/>
          <p:cNvSpPr txBox="1">
            <a:spLocks noGrp="1"/>
          </p:cNvSpPr>
          <p:nvPr>
            <p:ph type="title"/>
          </p:nvPr>
        </p:nvSpPr>
        <p:spPr>
          <a:xfrm>
            <a:off x="914400" y="346075"/>
            <a:ext cx="10363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44" name="Google Shape;244;p33"/>
          <p:cNvSpPr txBox="1">
            <a:spLocks noGrp="1"/>
          </p:cNvSpPr>
          <p:nvPr>
            <p:ph type="body" idx="1"/>
          </p:nvPr>
        </p:nvSpPr>
        <p:spPr>
          <a:xfrm>
            <a:off x="914400" y="1371600"/>
            <a:ext cx="103632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CC00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rgbClr val="336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45" name="Google Shape;245;p33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46" name="Google Shape;246;p33"/>
          <p:cNvSpPr txBox="1">
            <a:spLocks noGrp="1"/>
          </p:cNvSpPr>
          <p:nvPr>
            <p:ph type="ftr" idx="11"/>
          </p:nvPr>
        </p:nvSpPr>
        <p:spPr>
          <a:xfrm>
            <a:off x="3556000" y="6245225"/>
            <a:ext cx="5079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47" name="Google Shape;247;p33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7" name="Google Shape;257;p35"/>
          <p:cNvCxnSpPr/>
          <p:nvPr/>
        </p:nvCxnSpPr>
        <p:spPr>
          <a:xfrm>
            <a:off x="711200" y="1219200"/>
            <a:ext cx="10769700" cy="0"/>
          </a:xfrm>
          <a:prstGeom prst="straightConnector1">
            <a:avLst/>
          </a:prstGeom>
          <a:noFill/>
          <a:ln w="7620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58" name="Google Shape;258;p35" descr="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1362" y="96837"/>
            <a:ext cx="114935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5"/>
          <p:cNvSpPr txBox="1">
            <a:spLocks noGrp="1"/>
          </p:cNvSpPr>
          <p:nvPr>
            <p:ph type="title"/>
          </p:nvPr>
        </p:nvSpPr>
        <p:spPr>
          <a:xfrm>
            <a:off x="914400" y="346075"/>
            <a:ext cx="10363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60" name="Google Shape;260;p35"/>
          <p:cNvSpPr txBox="1">
            <a:spLocks noGrp="1"/>
          </p:cNvSpPr>
          <p:nvPr>
            <p:ph type="body" idx="1"/>
          </p:nvPr>
        </p:nvSpPr>
        <p:spPr>
          <a:xfrm>
            <a:off x="914400" y="1371600"/>
            <a:ext cx="103632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CC00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rgbClr val="336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61" name="Google Shape;261;p35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62" name="Google Shape;262;p35"/>
          <p:cNvSpPr txBox="1">
            <a:spLocks noGrp="1"/>
          </p:cNvSpPr>
          <p:nvPr>
            <p:ph type="ftr" idx="11"/>
          </p:nvPr>
        </p:nvSpPr>
        <p:spPr>
          <a:xfrm>
            <a:off x="3556000" y="6245225"/>
            <a:ext cx="5079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63" name="Google Shape;263;p35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2" name="Google Shape;272;p37"/>
          <p:cNvCxnSpPr/>
          <p:nvPr/>
        </p:nvCxnSpPr>
        <p:spPr>
          <a:xfrm>
            <a:off x="711200" y="1219200"/>
            <a:ext cx="10769700" cy="0"/>
          </a:xfrm>
          <a:prstGeom prst="straightConnector1">
            <a:avLst/>
          </a:prstGeom>
          <a:noFill/>
          <a:ln w="7620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73" name="Google Shape;273;p37" descr="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1362" y="96837"/>
            <a:ext cx="114935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7"/>
          <p:cNvSpPr txBox="1">
            <a:spLocks noGrp="1"/>
          </p:cNvSpPr>
          <p:nvPr>
            <p:ph type="title"/>
          </p:nvPr>
        </p:nvSpPr>
        <p:spPr>
          <a:xfrm>
            <a:off x="914400" y="346075"/>
            <a:ext cx="10363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5" name="Google Shape;275;p37"/>
          <p:cNvSpPr txBox="1">
            <a:spLocks noGrp="1"/>
          </p:cNvSpPr>
          <p:nvPr>
            <p:ph type="body" idx="1"/>
          </p:nvPr>
        </p:nvSpPr>
        <p:spPr>
          <a:xfrm>
            <a:off x="914400" y="1371600"/>
            <a:ext cx="103632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CC00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rgbClr val="336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6" name="Google Shape;276;p37"/>
          <p:cNvSpPr txBox="1">
            <a:spLocks noGrp="1"/>
          </p:cNvSpPr>
          <p:nvPr>
            <p:ph type="dt" idx="10"/>
          </p:nvPr>
        </p:nvSpPr>
        <p:spPr>
          <a:xfrm>
            <a:off x="3048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77" name="Google Shape;277;p37"/>
          <p:cNvSpPr txBox="1">
            <a:spLocks noGrp="1"/>
          </p:cNvSpPr>
          <p:nvPr>
            <p:ph type="sldNum" idx="12"/>
          </p:nvPr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  <a:defRPr sz="1200" b="0" i="0" u="none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7"/>
          <p:cNvSpPr txBox="1">
            <a:spLocks noGrp="1"/>
          </p:cNvSpPr>
          <p:nvPr>
            <p:ph type="ftr" idx="11"/>
          </p:nvPr>
        </p:nvSpPr>
        <p:spPr>
          <a:xfrm>
            <a:off x="4165600" y="64008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9"/>
          <p:cNvSpPr txBox="1"/>
          <p:nvPr/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Times"/>
              <a:buNone/>
            </a:pPr>
            <a:r>
              <a:rPr lang="en-US" sz="1200" b="0" i="0" u="none" strike="noStrike" cap="none" dirty="0">
                <a:solidFill>
                  <a:srgbClr val="CC6600"/>
                </a:solidFill>
                <a:latin typeface="Times"/>
                <a:ea typeface="Times"/>
                <a:cs typeface="Times"/>
                <a:sym typeface="Times"/>
              </a:rPr>
              <a:t>*</a:t>
            </a:r>
            <a:endParaRPr dirty="0"/>
          </a:p>
        </p:txBody>
      </p:sp>
      <p:sp>
        <p:nvSpPr>
          <p:cNvPr id="294" name="Google Shape;294;p39"/>
          <p:cNvSpPr txBox="1"/>
          <p:nvPr/>
        </p:nvSpPr>
        <p:spPr>
          <a:xfrm>
            <a:off x="4164856" y="5476800"/>
            <a:ext cx="3860700" cy="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400"/>
              <a:buFont typeface="Times"/>
              <a:buNone/>
            </a:pPr>
            <a:r>
              <a:rPr lang="en-US" sz="2000" b="0" i="0" u="none" strike="noStrike" cap="none" dirty="0">
                <a:solidFill>
                  <a:srgbClr val="CC6600"/>
                </a:solidFill>
                <a:latin typeface="Times"/>
                <a:ea typeface="Times"/>
                <a:cs typeface="Times"/>
                <a:sym typeface="Times"/>
              </a:rPr>
              <a:t>National Institute of Technology</a:t>
            </a:r>
            <a:r>
              <a:rPr lang="en-US" sz="2000" dirty="0">
                <a:solidFill>
                  <a:srgbClr val="CC66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000" b="0" i="0" u="none" strike="noStrike" cap="none" dirty="0">
                <a:solidFill>
                  <a:srgbClr val="CC6600"/>
                </a:solidFill>
                <a:latin typeface="Times"/>
                <a:ea typeface="Times"/>
                <a:cs typeface="Times"/>
                <a:sym typeface="Times"/>
              </a:rPr>
              <a:t>Delhi</a:t>
            </a:r>
            <a:endParaRPr sz="2000" dirty="0"/>
          </a:p>
        </p:txBody>
      </p:sp>
      <p:sp>
        <p:nvSpPr>
          <p:cNvPr id="295" name="Google Shape;295;p39"/>
          <p:cNvSpPr txBox="1">
            <a:spLocks noGrp="1"/>
          </p:cNvSpPr>
          <p:nvPr>
            <p:ph type="title" idx="4294967295"/>
          </p:nvPr>
        </p:nvSpPr>
        <p:spPr>
          <a:xfrm>
            <a:off x="2159000" y="370800"/>
            <a:ext cx="79502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033CC"/>
              </a:buClr>
              <a:buSzPts val="4000"/>
            </a:pPr>
            <a:r>
              <a:rPr lang="en-US" dirty="0"/>
              <a:t>Project : DNA Based Disease Prediction</a:t>
            </a:r>
            <a:endParaRPr dirty="0"/>
          </a:p>
        </p:txBody>
      </p:sp>
      <p:sp>
        <p:nvSpPr>
          <p:cNvPr id="296" name="Google Shape;296;p39"/>
          <p:cNvSpPr txBox="1"/>
          <p:nvPr/>
        </p:nvSpPr>
        <p:spPr>
          <a:xfrm>
            <a:off x="8652933" y="4092575"/>
            <a:ext cx="3132767" cy="1976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25" tIns="41450" rIns="82925" bIns="4145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Presented By : </a:t>
            </a:r>
          </a:p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"/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Cambria"/>
                <a:cs typeface="Times New Roman"/>
                <a:sym typeface="Times"/>
              </a:rPr>
              <a:t>Bharat Kumar    231210034</a:t>
            </a:r>
          </a:p>
          <a:p>
            <a:pPr algn="ctr">
              <a:lnSpc>
                <a:spcPct val="125000"/>
              </a:lnSpc>
              <a:buSzPts val="1800"/>
            </a:pPr>
            <a:r>
              <a:rPr lang="en-US" sz="2000" dirty="0" err="1">
                <a:solidFill>
                  <a:schemeClr val="dk1"/>
                </a:solidFill>
                <a:latin typeface="Times New Roman"/>
                <a:ea typeface="Cambria"/>
                <a:cs typeface="Times New Roman"/>
                <a:sym typeface="Times"/>
              </a:rPr>
              <a:t>Kaushlendra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Cambria"/>
                <a:cs typeface="Times New Roman"/>
                <a:sym typeface="Times"/>
              </a:rPr>
              <a:t>      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Cambria"/>
                <a:cs typeface="Times New Roman"/>
              </a:rPr>
              <a:t>231210057</a:t>
            </a:r>
          </a:p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"/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Cambria"/>
                <a:cs typeface="Times New Roman"/>
              </a:rPr>
              <a:t>CSE1 G2</a:t>
            </a:r>
            <a:endParaRPr sz="2000" dirty="0">
              <a:solidFill>
                <a:schemeClr val="dk1"/>
              </a:solidFill>
              <a:latin typeface="Times New Roman"/>
              <a:ea typeface="Cambria"/>
              <a:cs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dirty="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8" name="Google Shape;298;p39"/>
          <p:cNvSpPr txBox="1"/>
          <p:nvPr/>
        </p:nvSpPr>
        <p:spPr>
          <a:xfrm>
            <a:off x="472250" y="4169519"/>
            <a:ext cx="3373500" cy="1899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25" tIns="41450" rIns="82925" bIns="4145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Course Instructor :</a:t>
            </a:r>
            <a:endParaRPr sz="2400" dirty="0"/>
          </a:p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Cambria"/>
                <a:cs typeface="Times New Roman"/>
                <a:sym typeface="Times New Roman"/>
              </a:rPr>
              <a:t>Dr. Gautam Kumar</a:t>
            </a:r>
            <a:endParaRPr sz="2000" b="0" i="0" u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endParaRPr sz="1800" b="0" i="0" u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99" name="Google Shape;299;p39"/>
          <p:cNvSpPr txBox="1"/>
          <p:nvPr/>
        </p:nvSpPr>
        <p:spPr>
          <a:xfrm>
            <a:off x="2489432" y="1758890"/>
            <a:ext cx="7753413" cy="153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"/>
              <a:buNone/>
            </a:pPr>
            <a:r>
              <a:rPr lang="en-US" sz="2500" b="1" i="0" u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Course Code : </a:t>
            </a:r>
            <a:r>
              <a:rPr lang="en-US" sz="2500" b="1" dirty="0">
                <a:latin typeface="Times"/>
                <a:ea typeface="Times"/>
                <a:cs typeface="Times"/>
                <a:sym typeface="Times"/>
              </a:rPr>
              <a:t>CSBB 311</a:t>
            </a:r>
            <a:endParaRPr lang="en-US" sz="2500" b="1" i="0" u="none" dirty="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algn="ctr">
              <a:lnSpc>
                <a:spcPct val="125000"/>
              </a:lnSpc>
              <a:buSzPts val="2500"/>
            </a:pPr>
            <a:r>
              <a:rPr lang="en-US" sz="2500" b="1" i="0" u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Course Title : Machine Learning</a:t>
            </a:r>
            <a:endParaRPr lang="en-US" sz="2800" dirty="0"/>
          </a:p>
          <a:p>
            <a:pPr algn="ctr">
              <a:lnSpc>
                <a:spcPct val="125000"/>
              </a:lnSpc>
              <a:buSzPts val="2500"/>
            </a:pPr>
            <a:endParaRPr lang="en-US" sz="2500" b="1" i="0" u="none" dirty="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300" name="Google Shape;300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77637" y="3382888"/>
            <a:ext cx="2093912" cy="2093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>
            <a:spLocks noGrp="1"/>
          </p:cNvSpPr>
          <p:nvPr>
            <p:ph type="title"/>
          </p:nvPr>
        </p:nvSpPr>
        <p:spPr>
          <a:xfrm>
            <a:off x="914400" y="346075"/>
            <a:ext cx="10363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0000FF"/>
                </a:solidFill>
                <a:latin typeface="Arial" panose="020B0604020202020204" pitchFamily="34" charset="0"/>
              </a:rPr>
              <a:t> Contents</a:t>
            </a:r>
            <a:endParaRPr sz="3600" dirty="0">
              <a:solidFill>
                <a:srgbClr val="0033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40"/>
          <p:cNvSpPr txBox="1">
            <a:spLocks noGrp="1"/>
          </p:cNvSpPr>
          <p:nvPr>
            <p:ph type="body" idx="1"/>
          </p:nvPr>
        </p:nvSpPr>
        <p:spPr>
          <a:xfrm>
            <a:off x="914400" y="1371600"/>
            <a:ext cx="103632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Char char="•"/>
            </a:pPr>
            <a:r>
              <a:rPr lang="en-US" dirty="0"/>
              <a:t>Introduction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lang="en-US" sz="1000" dirty="0"/>
          </a:p>
          <a:p>
            <a:pPr marL="514350" marR="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Char char="•"/>
            </a:pPr>
            <a:r>
              <a:rPr lang="en-US" dirty="0"/>
              <a:t>Objectives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lang="en-US" sz="1000" dirty="0"/>
          </a:p>
          <a:p>
            <a:pPr marL="514350" lvl="0" indent="-514350">
              <a:spcBef>
                <a:spcPts val="0"/>
              </a:spcBef>
              <a:buSzPts val="2800"/>
            </a:pPr>
            <a:r>
              <a:rPr lang="en-IN" dirty="0"/>
              <a:t>Literature Survey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US" sz="1000" dirty="0"/>
          </a:p>
          <a:p>
            <a:pPr marL="514350" lvl="0" indent="-514350">
              <a:spcBef>
                <a:spcPts val="0"/>
              </a:spcBef>
              <a:buSzPts val="2800"/>
            </a:pPr>
            <a:r>
              <a:rPr lang="en-IN" dirty="0"/>
              <a:t>Dataset Used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IN" sz="1000" dirty="0"/>
          </a:p>
          <a:p>
            <a:pPr marL="514350" lvl="0" indent="-514350">
              <a:spcBef>
                <a:spcPts val="0"/>
              </a:spcBef>
              <a:buSzPts val="2800"/>
            </a:pPr>
            <a:r>
              <a:rPr lang="en-IN" dirty="0"/>
              <a:t>Methodology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US" sz="1000" dirty="0"/>
          </a:p>
          <a:p>
            <a:pPr marL="514350" lvl="0" indent="-514350">
              <a:spcBef>
                <a:spcPts val="0"/>
              </a:spcBef>
              <a:buSzPts val="2800"/>
            </a:pPr>
            <a:r>
              <a:rPr lang="en-IN" dirty="0"/>
              <a:t>Results and Discussion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IN" sz="1000" dirty="0"/>
          </a:p>
          <a:p>
            <a:pPr marL="514350" lvl="0" indent="-514350">
              <a:spcBef>
                <a:spcPts val="0"/>
              </a:spcBef>
              <a:buSzPts val="2800"/>
            </a:pPr>
            <a:r>
              <a:rPr lang="en-IN" dirty="0"/>
              <a:t>Conclusion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IN" sz="1000" dirty="0"/>
          </a:p>
          <a:p>
            <a:pPr marL="514350" lvl="0" indent="-514350">
              <a:spcBef>
                <a:spcPts val="0"/>
              </a:spcBef>
              <a:buSzPts val="2800"/>
            </a:pPr>
            <a:r>
              <a:rPr lang="en-IN" dirty="0"/>
              <a:t>References</a:t>
            </a:r>
            <a:endParaRPr lang="en-US" dirty="0"/>
          </a:p>
          <a:p>
            <a:pPr marL="514350" marR="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Char char="•"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lang="en-US" sz="2000" dirty="0"/>
          </a:p>
        </p:txBody>
      </p:sp>
      <p:sp>
        <p:nvSpPr>
          <p:cNvPr id="307" name="Google Shape;307;p40"/>
          <p:cNvSpPr txBox="1"/>
          <p:nvPr/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</a:pPr>
            <a:r>
              <a:rPr lang="en-US" sz="1200" b="0" i="0" u="none" dirty="0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2"/>
          <p:cNvSpPr txBox="1">
            <a:spLocks noGrp="1"/>
          </p:cNvSpPr>
          <p:nvPr>
            <p:ph type="title"/>
          </p:nvPr>
        </p:nvSpPr>
        <p:spPr>
          <a:xfrm>
            <a:off x="914400" y="346075"/>
            <a:ext cx="10363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0033CC"/>
              </a:buClr>
              <a:buSzPts val="3600"/>
            </a:pPr>
            <a:r>
              <a:rPr lang="en-IN" dirty="0"/>
              <a:t>Introduction</a:t>
            </a:r>
            <a:endParaRPr dirty="0"/>
          </a:p>
        </p:txBody>
      </p:sp>
      <p:sp>
        <p:nvSpPr>
          <p:cNvPr id="323" name="Google Shape;323;p42"/>
          <p:cNvSpPr txBox="1"/>
          <p:nvPr/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</a:pPr>
            <a:r>
              <a:rPr lang="en-US" sz="1200" b="0" i="0" u="none" dirty="0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5DBC3-8840-AD44-CCB9-509C54DB42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40833" y="1126181"/>
            <a:ext cx="10710334" cy="513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indent="-514350">
              <a:spcBef>
                <a:spcPts val="0"/>
              </a:spcBef>
              <a:buSzPts val="2800"/>
            </a:pPr>
            <a:r>
              <a:rPr lang="en-US" dirty="0"/>
              <a:t>Every person’s DNA is unique and controls traits and chances of getting diseases.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sz="1600" dirty="0"/>
          </a:p>
          <a:p>
            <a:pPr marL="514350" indent="-514350">
              <a:spcBef>
                <a:spcPts val="0"/>
              </a:spcBef>
              <a:buSzPts val="2800"/>
            </a:pPr>
            <a:r>
              <a:rPr lang="en-US" dirty="0"/>
              <a:t>Sometimes a gene may be common but can still cause disease if it is faulty or in the wrong position.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sz="1600" dirty="0"/>
          </a:p>
          <a:p>
            <a:pPr marL="514350" indent="-514350">
              <a:spcBef>
                <a:spcPts val="0"/>
              </a:spcBef>
              <a:buSzPts val="2800"/>
            </a:pPr>
            <a:r>
              <a:rPr lang="en-US" dirty="0"/>
              <a:t>Modern genome sequencing gives us large genetic data, but it is difficult to study manually.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sz="1600" dirty="0"/>
          </a:p>
          <a:p>
            <a:pPr marL="514350" indent="-514350">
              <a:spcBef>
                <a:spcPts val="0"/>
              </a:spcBef>
              <a:buSzPts val="2800"/>
            </a:pPr>
            <a:r>
              <a:rPr lang="en-US" dirty="0"/>
              <a:t>Many diseases are caused by changes in multiple genes, not just one.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sz="1600" dirty="0"/>
          </a:p>
          <a:p>
            <a:pPr marL="514350" indent="-514350">
              <a:spcBef>
                <a:spcPts val="0"/>
              </a:spcBef>
              <a:buSzPts val="2800"/>
            </a:pPr>
            <a:r>
              <a:rPr lang="en-US" dirty="0"/>
              <a:t>Doctors and researchers need a better way to analyze this big genetic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8A70F-C17F-8773-C291-CD8A78B80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4F9FACE-820D-5C4B-1427-CB95540F20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73705" y="1291614"/>
            <a:ext cx="1084459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indent="-514350">
              <a:spcBef>
                <a:spcPts val="0"/>
              </a:spcBef>
              <a:buSzPts val="2800"/>
            </a:pPr>
            <a:r>
              <a:rPr lang="en-US" dirty="0"/>
              <a:t>To identify genetic variations linked to different diseases.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IN" sz="1600" dirty="0"/>
          </a:p>
          <a:p>
            <a:pPr marL="514350" indent="-514350">
              <a:spcBef>
                <a:spcPts val="0"/>
              </a:spcBef>
              <a:buSzPts val="2800"/>
            </a:pPr>
            <a:r>
              <a:rPr lang="en-US" dirty="0"/>
              <a:t>To check how multiple genes may combine to cause a disease.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IN" sz="1600" dirty="0"/>
          </a:p>
          <a:p>
            <a:pPr marL="514350" indent="-514350">
              <a:spcBef>
                <a:spcPts val="0"/>
              </a:spcBef>
              <a:buSzPts val="2800"/>
            </a:pPr>
            <a:r>
              <a:rPr lang="en-US" dirty="0"/>
              <a:t>To assist doctors and researchers by simplifying large genetic data.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IN" sz="1600" dirty="0"/>
          </a:p>
          <a:p>
            <a:pPr marL="514350" indent="-514350">
              <a:spcBef>
                <a:spcPts val="0"/>
              </a:spcBef>
              <a:buSzPts val="2800"/>
            </a:pPr>
            <a:r>
              <a:rPr lang="en-US" dirty="0"/>
              <a:t>To support discovering or verifying Single Nucleotide Polymorphism (SNP) disease relationships across populations.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sz="1600" dirty="0"/>
          </a:p>
          <a:p>
            <a:pPr marL="514350" indent="-514350">
              <a:spcBef>
                <a:spcPts val="0"/>
              </a:spcBef>
              <a:buSzPts val="2800"/>
            </a:pPr>
            <a:r>
              <a:rPr lang="en-US" dirty="0"/>
              <a:t>Develop an efficient system for predicting the Polygenic Risk Scores (PRS) of the Diseases. </a:t>
            </a:r>
          </a:p>
        </p:txBody>
      </p:sp>
    </p:spTree>
    <p:extLst>
      <p:ext uri="{BB962C8B-B14F-4D97-AF65-F5344CB8AC3E}">
        <p14:creationId xmlns:p14="http://schemas.microsoft.com/office/powerpoint/2010/main" val="2683234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D99A8-E0BB-7CB1-5202-80F6AE894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15A7D-F932-879C-433B-F9456BC6D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835600E-0576-2C65-5968-279AD57903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73705" y="1419986"/>
            <a:ext cx="10844590" cy="4780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indent="-514350">
              <a:spcBef>
                <a:spcPts val="0"/>
              </a:spcBef>
              <a:buSzPts val="2800"/>
            </a:pPr>
            <a:r>
              <a:rPr lang="en-US" sz="2200" dirty="0"/>
              <a:t>Many studies show how genetic variations affect human health and disease.</a:t>
            </a:r>
            <a:endParaRPr lang="en-IN" sz="2200" dirty="0"/>
          </a:p>
          <a:p>
            <a:pPr marL="514350" indent="-514350">
              <a:spcBef>
                <a:spcPts val="0"/>
              </a:spcBef>
              <a:buSzPts val="2800"/>
            </a:pPr>
            <a:r>
              <a:rPr lang="en-US" sz="2200" dirty="0"/>
              <a:t>Researchers explore links between DNA changes, gene mutations, and disease identification.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IN" sz="1600" dirty="0"/>
          </a:p>
          <a:p>
            <a:r>
              <a:rPr lang="en-US" sz="2400" b="1" dirty="0"/>
              <a:t>IEEE Xplore: DNA-Based Disease Prediction Using Pathway Analysis</a:t>
            </a:r>
          </a:p>
          <a:p>
            <a:pPr marL="114300" indent="0">
              <a:buNone/>
            </a:pPr>
            <a:r>
              <a:rPr lang="en-US" sz="2400" b="1" dirty="0"/>
              <a:t>	</a:t>
            </a:r>
            <a:r>
              <a:rPr lang="en-US" sz="2000" dirty="0">
                <a:solidFill>
                  <a:schemeClr val="accent6"/>
                </a:solidFill>
              </a:rPr>
              <a:t>This Research paper provides methods ( ML models or DL models ) like</a:t>
            </a:r>
          </a:p>
          <a:p>
            <a:pPr marL="114300" indent="0">
              <a:buNone/>
            </a:pPr>
            <a:r>
              <a:rPr lang="en-US" sz="2000" dirty="0">
                <a:solidFill>
                  <a:schemeClr val="accent6"/>
                </a:solidFill>
              </a:rPr>
              <a:t>	SVM , Random Forest and Neural Network to identify Disease.</a:t>
            </a:r>
            <a:endParaRPr lang="en-IN" sz="2000" dirty="0">
              <a:solidFill>
                <a:schemeClr val="accent6"/>
              </a:solidFill>
            </a:endParaRPr>
          </a:p>
          <a:p>
            <a:r>
              <a:rPr lang="en-US" sz="2400" b="1" dirty="0"/>
              <a:t>Genome-Wide Association Studies (GWAS):</a:t>
            </a:r>
            <a:endParaRPr lang="en-US" sz="2400" dirty="0"/>
          </a:p>
          <a:p>
            <a:pPr lvl="1"/>
            <a:r>
              <a:rPr lang="en-US" sz="2000" dirty="0"/>
              <a:t>Offers statistical data on SNP IDs, effect sizes (beta scores), and related diseases.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sz="1600" dirty="0"/>
          </a:p>
          <a:p>
            <a:r>
              <a:rPr lang="en-US" sz="2400" b="1" dirty="0"/>
              <a:t>1000 Genomes Project:</a:t>
            </a:r>
            <a:endParaRPr lang="en-US" sz="2400" dirty="0"/>
          </a:p>
          <a:p>
            <a:pPr lvl="1"/>
            <a:r>
              <a:rPr lang="en-US" sz="2000" dirty="0"/>
              <a:t>Produced 80M+ genetic variants, including SNPs.</a:t>
            </a:r>
          </a:p>
          <a:p>
            <a:pPr lvl="1"/>
            <a:r>
              <a:rPr lang="en-US" sz="2000" dirty="0"/>
              <a:t>Supplies reference panels for genotype prediction and population-level frequency data.</a:t>
            </a:r>
          </a:p>
        </p:txBody>
      </p:sp>
    </p:spTree>
    <p:extLst>
      <p:ext uri="{BB962C8B-B14F-4D97-AF65-F5344CB8AC3E}">
        <p14:creationId xmlns:p14="http://schemas.microsoft.com/office/powerpoint/2010/main" val="2112649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8A30F-00C8-18AC-D188-FB18D73A9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0EA4A-B7D0-BD4D-8678-AA9ED3767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Used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A40665A-601A-ABE3-BC52-F5940749FF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95866" y="1388358"/>
            <a:ext cx="11260667" cy="4811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4300" indent="0">
              <a:buNone/>
            </a:pPr>
            <a:r>
              <a:rPr lang="en-US" dirty="0"/>
              <a:t>Model Trained on following Datasets </a:t>
            </a:r>
            <a:r>
              <a:rPr lang="en-US" sz="2400" dirty="0"/>
              <a:t>: </a:t>
            </a:r>
          </a:p>
          <a:p>
            <a:pPr marL="114300" indent="0">
              <a:buNone/>
            </a:pPr>
            <a:endParaRPr lang="en-US" sz="1600" dirty="0"/>
          </a:p>
          <a:p>
            <a:pPr marL="514350" indent="-514350">
              <a:spcBef>
                <a:spcPts val="0"/>
              </a:spcBef>
              <a:buSzPts val="2800"/>
            </a:pPr>
            <a:r>
              <a:rPr lang="en-US" b="1" dirty="0"/>
              <a:t>GWAS catalog -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r>
              <a:rPr lang="en-US" dirty="0"/>
              <a:t>	The Dataset includes SNPIDs along with their respective effect sizes,  	p – values and associated Disease. 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sz="1600" dirty="0"/>
          </a:p>
          <a:p>
            <a:pPr marL="514350" indent="-514350">
              <a:spcBef>
                <a:spcPts val="0"/>
              </a:spcBef>
              <a:buSzPts val="2800"/>
            </a:pPr>
            <a:r>
              <a:rPr lang="en-US" b="1" dirty="0"/>
              <a:t>Patient Data -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r>
              <a:rPr lang="en-US" dirty="0"/>
              <a:t>	The Dataset includes patient’s SNPIDs and their Genotype with PRS.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SzPts val="2800"/>
              <a:buNone/>
            </a:pPr>
            <a:r>
              <a:rPr lang="en-US" dirty="0"/>
              <a:t> Attribute Extracted from these data : 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r>
              <a:rPr lang="en-US" dirty="0"/>
              <a:t>	RSID, chromosome (CHR), SNP position (POS), reference allele 	(REF), alternate allele (ALT) , genotype and associated disease trait.</a:t>
            </a:r>
          </a:p>
        </p:txBody>
      </p:sp>
    </p:spTree>
    <p:extLst>
      <p:ext uri="{BB962C8B-B14F-4D97-AF65-F5344CB8AC3E}">
        <p14:creationId xmlns:p14="http://schemas.microsoft.com/office/powerpoint/2010/main" val="1268424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3AFFE-EC5E-50DE-E727-0D5E780DE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864D6-DF66-3632-4F0C-24484C174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75D45C4-1996-77F4-B069-53C50A2E60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58800" y="1303865"/>
            <a:ext cx="10938933" cy="492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/>
              <a:t>Data Collection</a:t>
            </a:r>
            <a:br>
              <a:rPr lang="en-IN" sz="2400" b="1" dirty="0"/>
            </a:br>
            <a:r>
              <a:rPr lang="en-IN" sz="2400" b="1" dirty="0"/>
              <a:t>	</a:t>
            </a:r>
            <a:r>
              <a:rPr lang="en-IN" sz="2400" dirty="0"/>
              <a:t>Data collects from  GWAS and 1000 Genome Project websites.</a:t>
            </a:r>
          </a:p>
          <a:p>
            <a:r>
              <a:rPr lang="en-IN" sz="2400" b="1" dirty="0"/>
              <a:t>Feature Extraction :</a:t>
            </a:r>
          </a:p>
          <a:p>
            <a:pPr marL="114300" indent="0">
              <a:buNone/>
            </a:pPr>
            <a:r>
              <a:rPr lang="en-IN" sz="2400" b="1" dirty="0"/>
              <a:t>	</a:t>
            </a:r>
            <a:r>
              <a:rPr lang="en-US" sz="2400" dirty="0"/>
              <a:t>Extracted SNP positions, alleles, and known disease-associated markers.</a:t>
            </a:r>
            <a:endParaRPr lang="en-IN" sz="2400" b="1" dirty="0"/>
          </a:p>
          <a:p>
            <a:r>
              <a:rPr lang="en-IN" sz="2400" b="1" dirty="0"/>
              <a:t>Data Preprocessing : </a:t>
            </a:r>
          </a:p>
          <a:p>
            <a:pPr marL="114300" indent="0">
              <a:buNone/>
            </a:pPr>
            <a:r>
              <a:rPr lang="en-IN" sz="2400" b="1" dirty="0"/>
              <a:t>	</a:t>
            </a:r>
            <a:r>
              <a:rPr lang="en-US" sz="2400" dirty="0"/>
              <a:t>Remove redundant columns, Missing value Handling, SNP to Disease Mapping,</a:t>
            </a:r>
          </a:p>
          <a:p>
            <a:pPr marL="114300" indent="0">
              <a:buNone/>
            </a:pPr>
            <a:r>
              <a:rPr lang="en-US" sz="2400" dirty="0"/>
              <a:t>	Encoding genotypes into numerical format (0, 1, 2).</a:t>
            </a:r>
            <a:endParaRPr lang="en-IN" sz="2400" b="1" dirty="0"/>
          </a:p>
          <a:p>
            <a:r>
              <a:rPr lang="en-IN" sz="2400" b="1" dirty="0"/>
              <a:t>Model Training :</a:t>
            </a:r>
          </a:p>
          <a:p>
            <a:pPr marL="114300" indent="0">
              <a:buNone/>
            </a:pPr>
            <a:r>
              <a:rPr lang="en-IN" sz="2400" b="1" dirty="0"/>
              <a:t>	</a:t>
            </a:r>
            <a:r>
              <a:rPr lang="en-US" sz="2400" dirty="0"/>
              <a:t>Trained four machine learning models — </a:t>
            </a:r>
            <a:r>
              <a:rPr lang="en-US" sz="2400" b="1" dirty="0"/>
              <a:t>Logistic Regression, Random     	Forest,  SVM, </a:t>
            </a:r>
            <a:r>
              <a:rPr lang="en-US" sz="2400" dirty="0"/>
              <a:t>and</a:t>
            </a:r>
            <a:r>
              <a:rPr lang="en-US" sz="2400" b="1" dirty="0"/>
              <a:t> Gradient Boosting</a:t>
            </a:r>
            <a:r>
              <a:rPr lang="en-US" sz="2400" dirty="0"/>
              <a:t> — using labeled SNP–disease datasets.</a:t>
            </a:r>
            <a:endParaRPr lang="en-IN" sz="2400" b="1" dirty="0"/>
          </a:p>
          <a:p>
            <a:pPr marL="571500" lvl="1" indent="0">
              <a:buNone/>
            </a:pPr>
            <a:endParaRPr lang="en-IN" dirty="0">
              <a:solidFill>
                <a:schemeClr val="bg2"/>
              </a:solidFill>
            </a:endParaRPr>
          </a:p>
          <a:p>
            <a:pPr marL="514350" indent="-514350">
              <a:spcBef>
                <a:spcPts val="0"/>
              </a:spcBef>
              <a:buSzPts val="2800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30975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E06D7-25FB-50D3-D089-672BE78D5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FA3E9-D708-D795-2045-7552828A6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4F4ACFB-8B15-F7B3-4F0F-6A1564183C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1068" y="1049742"/>
            <a:ext cx="10794999" cy="6606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/>
              <a:t>Model Evaluation :</a:t>
            </a:r>
          </a:p>
          <a:p>
            <a:pPr marL="114300" indent="0">
              <a:buNone/>
            </a:pPr>
            <a:r>
              <a:rPr lang="en-IN" sz="2400" b="1" dirty="0"/>
              <a:t>	</a:t>
            </a:r>
            <a:r>
              <a:rPr lang="en-US" sz="2400" dirty="0"/>
              <a:t>Compared model performance using metrics like accuracy, precision, and error 	rate to identify the best-performing model.</a:t>
            </a:r>
          </a:p>
          <a:p>
            <a:pPr marL="114300" indent="0">
              <a:buNone/>
            </a:pPr>
            <a:r>
              <a:rPr lang="en-US" sz="2400" b="1" dirty="0"/>
              <a:t>	</a:t>
            </a:r>
          </a:p>
          <a:p>
            <a:pPr marL="114300" indent="0">
              <a:buNone/>
            </a:pPr>
            <a:endParaRPr lang="en-US" sz="2400" b="1" dirty="0"/>
          </a:p>
          <a:p>
            <a:pPr marL="114300" indent="0">
              <a:buNone/>
            </a:pPr>
            <a:endParaRPr lang="en-US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1100" b="1" dirty="0"/>
          </a:p>
          <a:p>
            <a:r>
              <a:rPr lang="en-IN" sz="2400" b="1" dirty="0"/>
              <a:t>Prediction &amp; Report Generation :</a:t>
            </a:r>
          </a:p>
          <a:p>
            <a:pPr marL="114300" indent="0">
              <a:buNone/>
            </a:pPr>
            <a:r>
              <a:rPr lang="en-IN" sz="2400" b="1" dirty="0"/>
              <a:t>	</a:t>
            </a:r>
            <a:r>
              <a:rPr lang="en-US" sz="2400" dirty="0"/>
              <a:t>Used the best model to predict disease risks and generated a clear, easy-to-	understand report for each patient.</a:t>
            </a:r>
            <a:endParaRPr lang="en-IN" sz="2200" b="1" dirty="0"/>
          </a:p>
          <a:p>
            <a:pPr marL="571500" lvl="1" indent="0">
              <a:buNone/>
            </a:pPr>
            <a:endParaRPr lang="en-IN" dirty="0">
              <a:solidFill>
                <a:schemeClr val="bg2"/>
              </a:solidFill>
            </a:endParaRPr>
          </a:p>
          <a:p>
            <a:pPr marL="514350" indent="-514350">
              <a:spcBef>
                <a:spcPts val="0"/>
              </a:spcBef>
              <a:buSzPts val="2800"/>
            </a:pP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F613A3-8E2B-78F4-AEBE-48FED3325C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26" b="1454"/>
          <a:stretch>
            <a:fillRect/>
          </a:stretch>
        </p:blipFill>
        <p:spPr>
          <a:xfrm>
            <a:off x="1490134" y="2497667"/>
            <a:ext cx="9677399" cy="302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485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613C8-2707-DC82-6E9F-54B038CF4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7A52F-34A4-6E1C-4028-F952932F0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and Discussion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DFDDE57-0AE5-B063-B521-3DD3794CAF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33607" y="882229"/>
            <a:ext cx="564483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marL="514350" indent="-514350">
              <a:spcBef>
                <a:spcPts val="0"/>
              </a:spcBef>
              <a:buSzPts val="2800"/>
            </a:pPr>
            <a:r>
              <a:rPr lang="en-US" b="1" dirty="0">
                <a:solidFill>
                  <a:schemeClr val="tx1"/>
                </a:solidFill>
              </a:rPr>
              <a:t>Prediction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A8081A-2E7B-ADA3-F7A7-FF37110227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510"/>
          <a:stretch>
            <a:fillRect/>
          </a:stretch>
        </p:blipFill>
        <p:spPr>
          <a:xfrm>
            <a:off x="914401" y="1836336"/>
            <a:ext cx="6027174" cy="378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8DCE0B-8114-DB41-4229-337BF26E4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2013" y="2150154"/>
            <a:ext cx="4289958" cy="347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176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15037-B516-965E-0929-01688AF59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2B6AC-69FB-D9DD-01FB-EC108B572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903E973-3972-5861-BB14-BB1017F89A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576104"/>
            <a:ext cx="981286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indent="-514350">
              <a:spcBef>
                <a:spcPts val="0"/>
              </a:spcBef>
              <a:buSzPts val="2800"/>
            </a:pPr>
            <a:r>
              <a:rPr lang="en-US" sz="2000" dirty="0"/>
              <a:t>Successfully build a model that predicts </a:t>
            </a:r>
            <a:r>
              <a:rPr lang="en-US" sz="2000" b="1" dirty="0"/>
              <a:t>possible disease risks</a:t>
            </a:r>
            <a:r>
              <a:rPr lang="en-US" sz="2000" dirty="0"/>
              <a:t> based on DNA information.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sz="1600" dirty="0"/>
          </a:p>
          <a:p>
            <a:pPr marL="514350" indent="-514350">
              <a:spcBef>
                <a:spcPts val="0"/>
              </a:spcBef>
              <a:buSzPts val="2800"/>
            </a:pPr>
            <a:r>
              <a:rPr lang="en-US" sz="2000" dirty="0"/>
              <a:t>By analyzing SNP and genotype variations and their associated disease, the system provides a foundation for gene c diagnostics and personalized medicine.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sz="1600" dirty="0"/>
          </a:p>
          <a:p>
            <a:pPr marL="514350" indent="-514350">
              <a:spcBef>
                <a:spcPts val="0"/>
              </a:spcBef>
              <a:buSzPts val="2800"/>
            </a:pPr>
            <a:r>
              <a:rPr lang="en-US" sz="2000" dirty="0"/>
              <a:t>Helps doctors and researchers quickly identify disease risks from a patient’s DNA.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sz="1600" dirty="0"/>
          </a:p>
          <a:p>
            <a:pPr marL="514350" indent="-514350">
              <a:spcBef>
                <a:spcPts val="0"/>
              </a:spcBef>
              <a:buSzPts val="2800"/>
            </a:pPr>
            <a:r>
              <a:rPr lang="en-US" sz="2400" b="1" dirty="0"/>
              <a:t>Future work</a:t>
            </a:r>
            <a:r>
              <a:rPr lang="en-US" dirty="0"/>
              <a:t>: 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r>
              <a:rPr lang="en-US" sz="2000" dirty="0"/>
              <a:t>	Future improvements can include a user-friendly UI, a larger dataset, deep-learning 	models, and adding real clinical data for better accuracy.</a:t>
            </a:r>
          </a:p>
        </p:txBody>
      </p:sp>
    </p:spTree>
    <p:extLst>
      <p:ext uri="{BB962C8B-B14F-4D97-AF65-F5344CB8AC3E}">
        <p14:creationId xmlns:p14="http://schemas.microsoft.com/office/powerpoint/2010/main" val="2956832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>
            <a:spLocks noGrp="1"/>
          </p:cNvSpPr>
          <p:nvPr>
            <p:ph type="title"/>
          </p:nvPr>
        </p:nvSpPr>
        <p:spPr>
          <a:xfrm>
            <a:off x="914400" y="346075"/>
            <a:ext cx="10363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600"/>
              <a:buFont typeface="Times New Roman"/>
              <a:buNone/>
            </a:pPr>
            <a:r>
              <a:rPr lang="en-US" sz="3600" dirty="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dirty="0"/>
          </a:p>
        </p:txBody>
      </p:sp>
      <p:sp>
        <p:nvSpPr>
          <p:cNvPr id="362" name="Google Shape;362;p47"/>
          <p:cNvSpPr txBox="1">
            <a:spLocks noGrp="1"/>
          </p:cNvSpPr>
          <p:nvPr>
            <p:ph type="body" idx="1"/>
          </p:nvPr>
        </p:nvSpPr>
        <p:spPr>
          <a:xfrm>
            <a:off x="835742" y="919316"/>
            <a:ext cx="103632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>
              <a:buNone/>
            </a:pPr>
            <a:endParaRPr lang="en-US" sz="1800" b="1" dirty="0">
              <a:sym typeface="Arial"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pt-BR" sz="1800" b="1" dirty="0"/>
              <a:t>GWAS Catalog </a:t>
            </a:r>
            <a:r>
              <a:rPr lang="pt-BR" sz="1800" dirty="0"/>
              <a:t>– </a:t>
            </a:r>
            <a:r>
              <a:rPr lang="pt-BR" sz="1800" u="sng" dirty="0">
                <a:solidFill>
                  <a:schemeClr val="accent2"/>
                </a:solidFill>
              </a:rPr>
              <a:t>https://www.ebi.ac.uk/gwas/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nl-NL" sz="1800" b="1" dirty="0"/>
              <a:t>1000 Genomes Project </a:t>
            </a:r>
            <a:r>
              <a:rPr lang="nl-NL" sz="1800" dirty="0"/>
              <a:t>– </a:t>
            </a:r>
            <a:r>
              <a:rPr lang="nl-NL" sz="1800" u="sng" dirty="0">
                <a:solidFill>
                  <a:schemeClr val="accent2"/>
                </a:solidFill>
              </a:rPr>
              <a:t>https://www.interna onalgenome.org/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sz="1800" b="1" dirty="0"/>
              <a:t>IEEE Xplore -</a:t>
            </a:r>
            <a:r>
              <a:rPr lang="en-US" sz="1800" dirty="0"/>
              <a:t> </a:t>
            </a:r>
            <a:r>
              <a:rPr lang="en-US" sz="1800" u="sng" dirty="0">
                <a:solidFill>
                  <a:schemeClr val="accent2"/>
                </a:solidFill>
              </a:rPr>
              <a:t>https://ieeexplore.ieee.org/document/7976867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sz="1800" b="1" dirty="0"/>
              <a:t>Scikit-learn Documentation </a:t>
            </a:r>
            <a:r>
              <a:rPr lang="en-US" sz="1800" dirty="0"/>
              <a:t>– </a:t>
            </a:r>
            <a:r>
              <a:rPr lang="en-US" sz="1800" u="sng" dirty="0">
                <a:solidFill>
                  <a:schemeClr val="accent2"/>
                </a:solidFill>
              </a:rPr>
              <a:t>https://scikit-learn.org/</a:t>
            </a:r>
            <a:endParaRPr lang="en-US" sz="1800" b="1" i="1" dirty="0">
              <a:sym typeface="Arial"/>
            </a:endParaRPr>
          </a:p>
          <a:p>
            <a:pPr lvl="0">
              <a:buFont typeface="Arial" panose="020B0604020202020204" pitchFamily="34" charset="0"/>
              <a:buChar char="•"/>
            </a:pPr>
            <a:endParaRPr lang="en-US" sz="1800" b="1" i="1" dirty="0">
              <a:solidFill>
                <a:schemeClr val="tx1"/>
              </a:solidFill>
              <a:sym typeface="Arial"/>
            </a:endParaRPr>
          </a:p>
          <a:p>
            <a:pPr lvl="0">
              <a:buFont typeface="Arial" panose="020B0604020202020204" pitchFamily="34" charset="0"/>
              <a:buChar char="•"/>
            </a:pPr>
            <a:endParaRPr lang="en-US" sz="1800" b="1" i="1" dirty="0">
              <a:solidFill>
                <a:schemeClr val="tx1"/>
              </a:solidFill>
              <a:sym typeface="Arial"/>
            </a:endParaRPr>
          </a:p>
          <a:p>
            <a:pPr marL="114300" lvl="0" indent="0">
              <a:buNone/>
            </a:pPr>
            <a:endParaRPr lang="en-US" sz="1800" b="1" i="1" dirty="0">
              <a:solidFill>
                <a:schemeClr val="tx1"/>
              </a:solidFill>
              <a:sym typeface="Arial"/>
            </a:endParaRPr>
          </a:p>
          <a:p>
            <a:pPr lvl="0">
              <a:buFont typeface="Arial" panose="020B0604020202020204" pitchFamily="34" charset="0"/>
              <a:buChar char="•"/>
            </a:pPr>
            <a:endParaRPr lang="en-US" sz="1800" b="1" i="1" dirty="0">
              <a:solidFill>
                <a:schemeClr val="tx1"/>
              </a:solidFill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7"/>
          <p:cNvSpPr txBox="1"/>
          <p:nvPr/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Helvetica Neue"/>
              <a:buNone/>
            </a:pPr>
            <a:r>
              <a:rPr lang="en-US" sz="1200" b="0" i="0" u="none" dirty="0">
                <a:solidFill>
                  <a:srgbClr val="CC6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912F6E2B-387A-C49F-A663-88EF1B514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9">
            <a:extLst>
              <a:ext uri="{FF2B5EF4-FFF2-40B4-BE49-F238E27FC236}">
                <a16:creationId xmlns:a16="http://schemas.microsoft.com/office/drawing/2014/main" id="{E0162420-0F53-6A9A-FA73-DD7E3E8A96BA}"/>
              </a:ext>
            </a:extLst>
          </p:cNvPr>
          <p:cNvSpPr txBox="1"/>
          <p:nvPr/>
        </p:nvSpPr>
        <p:spPr>
          <a:xfrm>
            <a:off x="9245600" y="64008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200"/>
              <a:buFont typeface="Times"/>
              <a:buNone/>
            </a:pPr>
            <a:r>
              <a:rPr lang="en-US" sz="1200" b="0" i="0" u="none" strike="noStrike" cap="none" dirty="0">
                <a:solidFill>
                  <a:srgbClr val="CC6600"/>
                </a:solidFill>
                <a:latin typeface="Times"/>
                <a:ea typeface="Times"/>
                <a:cs typeface="Times"/>
                <a:sym typeface="Times"/>
              </a:rPr>
              <a:t>*</a:t>
            </a:r>
            <a:endParaRPr dirty="0"/>
          </a:p>
        </p:txBody>
      </p:sp>
      <p:sp>
        <p:nvSpPr>
          <p:cNvPr id="295" name="Google Shape;295;p39">
            <a:extLst>
              <a:ext uri="{FF2B5EF4-FFF2-40B4-BE49-F238E27FC236}">
                <a16:creationId xmlns:a16="http://schemas.microsoft.com/office/drawing/2014/main" id="{E057A02D-68E0-5FE3-A08C-ADB1F3E026F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71872" y="2586873"/>
            <a:ext cx="6544909" cy="1918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033CC"/>
              </a:buClr>
              <a:buSzPts val="4000"/>
            </a:pPr>
            <a:r>
              <a:rPr lang="en-US" sz="8000" dirty="0">
                <a:solidFill>
                  <a:srgbClr val="FF0000"/>
                </a:solidFill>
                <a:latin typeface="Tempus Sans ITC" panose="04020404030D07020202" pitchFamily="82" charset="0"/>
              </a:rPr>
              <a:t>THANK  YOU</a:t>
            </a:r>
            <a:endParaRPr sz="8000" dirty="0">
              <a:solidFill>
                <a:srgbClr val="FF0000"/>
              </a:solidFill>
              <a:latin typeface="Tempus Sans ITC" panose="04020404030D07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322256"/>
      </p:ext>
    </p:extLst>
  </p:cSld>
  <p:clrMapOvr>
    <a:masterClrMapping/>
  </p:clrMapOvr>
</p:sld>
</file>

<file path=ppt/theme/theme1.xml><?xml version="1.0" encoding="utf-8"?>
<a:theme xmlns:a="http://schemas.openxmlformats.org/drawingml/2006/main" name="7_Theme2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Theme2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eme2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Theme2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Theme2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4_Theme2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5_Theme2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6_Theme2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8_Theme2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9_Theme2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0_Theme2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11_Theme2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12_Theme2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13_Theme2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14_Theme2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15_Theme2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16_Theme2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17_Theme2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18_Theme2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687</Words>
  <Application>Microsoft Office PowerPoint</Application>
  <PresentationFormat>Widescreen</PresentationFormat>
  <Paragraphs>127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19</vt:i4>
      </vt:variant>
      <vt:variant>
        <vt:lpstr>Slide Titles</vt:lpstr>
      </vt:variant>
      <vt:variant>
        <vt:i4>12</vt:i4>
      </vt:variant>
    </vt:vector>
  </HeadingPairs>
  <TitlesOfParts>
    <vt:vector size="39" baseType="lpstr">
      <vt:lpstr>Arial</vt:lpstr>
      <vt:lpstr>Calibri</vt:lpstr>
      <vt:lpstr>Cambria</vt:lpstr>
      <vt:lpstr>Gloria Hallelujah</vt:lpstr>
      <vt:lpstr>Helvetica Neue</vt:lpstr>
      <vt:lpstr>Tempus Sans ITC</vt:lpstr>
      <vt:lpstr>Times</vt:lpstr>
      <vt:lpstr>Times New Roman</vt:lpstr>
      <vt:lpstr>7_Theme2</vt:lpstr>
      <vt:lpstr>2_Theme2</vt:lpstr>
      <vt:lpstr>Theme2</vt:lpstr>
      <vt:lpstr>1_Theme2</vt:lpstr>
      <vt:lpstr>3_Theme2</vt:lpstr>
      <vt:lpstr>4_Theme2</vt:lpstr>
      <vt:lpstr>5_Theme2</vt:lpstr>
      <vt:lpstr>6_Theme2</vt:lpstr>
      <vt:lpstr>8_Theme2</vt:lpstr>
      <vt:lpstr>9_Theme2</vt:lpstr>
      <vt:lpstr>10_Theme2</vt:lpstr>
      <vt:lpstr>11_Theme2</vt:lpstr>
      <vt:lpstr>12_Theme2</vt:lpstr>
      <vt:lpstr>13_Theme2</vt:lpstr>
      <vt:lpstr>14_Theme2</vt:lpstr>
      <vt:lpstr>15_Theme2</vt:lpstr>
      <vt:lpstr>16_Theme2</vt:lpstr>
      <vt:lpstr>17_Theme2</vt:lpstr>
      <vt:lpstr>18_Theme2</vt:lpstr>
      <vt:lpstr>Project : DNA Based Disease Prediction</vt:lpstr>
      <vt:lpstr> Contents</vt:lpstr>
      <vt:lpstr>Introduction</vt:lpstr>
      <vt:lpstr>Objectives</vt:lpstr>
      <vt:lpstr>Literature Survey</vt:lpstr>
      <vt:lpstr>Dataset Used</vt:lpstr>
      <vt:lpstr>Methodology</vt:lpstr>
      <vt:lpstr>Methodology</vt:lpstr>
      <vt:lpstr>Results and Discussion</vt:lpstr>
      <vt:lpstr>Conclusion</vt:lpstr>
      <vt:lpstr>References</vt:lpstr>
      <vt:lpstr>THANK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Intruder Detection System</dc:title>
  <dc:creator>Kaushlendra</dc:creator>
  <cp:lastModifiedBy>Bharat Kumar</cp:lastModifiedBy>
  <cp:revision>27</cp:revision>
  <dcterms:modified xsi:type="dcterms:W3CDTF">2025-11-16T13:36:43Z</dcterms:modified>
</cp:coreProperties>
</file>